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맑은 고딕" panose="020B0503020000020004" pitchFamily="50" charset="-127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맑은 고딕" panose="020B0503020000020004" pitchFamily="50" charset="-127"/>
        <a:ea typeface="맑은 고딕" panose="020B0503020000020004" pitchFamily="50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 dirty="0"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 dirty="0"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 dirty="0"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 dirty="0"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 dirty="0"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 dirty="0"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ko-KR" altLang="en-US"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43000" y="1264146"/>
            <a:ext cx="9801225" cy="1740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제조 데이터 분석: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/>
                <a:sym typeface="Calibri"/>
              </a:rPr>
            </a:br>
            <a:r>
              <a:rPr lang="en-US" sz="435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MIMII 이상 소음 탐지 파이프라인 개선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143000" y="2890837"/>
            <a:ext cx="9334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데이터 전처리 및 모델 최적화 결과 보고서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3889027"/>
            <a:ext cx="9801225" cy="39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핵심 성과 목표 달성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4306192"/>
            <a:ext cx="93345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공장 소음과 기계 소음 비율이 동일한 극한 조건 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0625" y="4850903"/>
            <a:ext cx="721221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0625" y="5212853"/>
            <a:ext cx="4000202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기존 파이프라인의 한계점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447926" y="2824228"/>
            <a:ext cx="1847599" cy="39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정보 유실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428167"/>
            <a:ext cx="3429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긴 10초 오디오 중 앞부분 128프레임만 평가하여, 뒤늦게 발생하는 불량을 탐지하지 못하는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False Negative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현상이 폭증했습니다.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57926" y="2824228"/>
            <a:ext cx="1847599" cy="39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노이즈 취약성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81500" y="3428167"/>
            <a:ext cx="3429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단순 Mel-Spectrogram과 2D CNN 구조는 시끄러운 공장 소음과 실제 기계 이상 소음을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구분하는 능력이 부족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했습니다.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067926" y="2824228"/>
            <a:ext cx="1847599" cy="39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빈번한 오진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191500" y="3428167"/>
            <a:ext cx="3429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복원 오차 중 단 하나의 최댓값만으로 불량을 판정하는 로직 탓에,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우연히 튄 배경 소음을 불량으로 오진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하는 문제가 잦았습니다.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298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7298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7298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💡 개선 포인트 1: 데이터 전처리 고도화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2001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000125" y="1789807"/>
            <a:ext cx="4857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MFCC 추출 도입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배경 노이즈를 뚫고 피처를 잡아내는데 탁월한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MFCC (40차원)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방식을 적용하여 강건성을 확보했습니다.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000125" y="3174652"/>
            <a:ext cx="4857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Context Window 분할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연속된 5개의 프레임을 묶어   소음의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맥락과 흐름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을 학습시켰습니다.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000125" y="4559498"/>
            <a:ext cx="4857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Z-Score 정규화 적용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평균과 표준편차를 기반으로 파일을 정규화하여, 볼륨 편차 등으로 인해 발생하는 오차를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효과적으로 상쇄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했습니다.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2669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1751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0236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67075" y="4000418"/>
            <a:ext cx="1378743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💡 개선 포인트 2: 모델 아키텍처 및 학습 알고리즘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357967" y="2881670"/>
            <a:ext cx="4587350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시계열 특화 Autoencoder 리팩토링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557942"/>
            <a:ext cx="528637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공간적 특징을 추출하는 구조에서 벗어나, 시간적 맥락 정보(200차원)를 깊게 파악하는 </a:t>
            </a:r>
            <a:r>
              <a:rPr lang="en-US" sz="165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다층 신경망 기반의 Autoencoder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구조로 새롭게 설계했습니다.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120592" y="2845769"/>
            <a:ext cx="4587350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병목 및 과적합 제어 최적화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334125" y="3435903"/>
            <a:ext cx="52863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병목</a:t>
            </a:r>
            <a:r>
              <a:rPr lang="en-US" sz="1650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 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차원을 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334125" y="4228264"/>
            <a:ext cx="52863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80으로 크게 팽창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0049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176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880394"/>
            <a:ext cx="541734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571499" y="571500"/>
            <a:ext cx="715451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개선 포인트 3: 평가 로직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/>
                <a:sym typeface="Calibri"/>
              </a:rPr>
            </a:br>
            <a:r>
              <a:rPr lang="en-US" sz="30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⭐️ 성적 향상의 핵심 돌파구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2132011"/>
            <a:ext cx="5200650" cy="39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전체 구간 스캔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499" y="2596801"/>
            <a:ext cx="109247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일부 구간만 자르지 않고 전체 오디오 조각을 미끄러지듯 스캔하여,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10초 내내 발생하는 결함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을 놓치지 않도록 설계했습니다.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3494641"/>
            <a:ext cx="5200650" cy="39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이동평균 평활화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3959431"/>
            <a:ext cx="8141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재건 오차 배열 위에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Window=25 크기의 평활화 필터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를 덧씌웠습니다.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862606" y="4673393"/>
            <a:ext cx="82615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우발적인 백색소음 오차는 둥글게 뭉개어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오답 판정을 완벽히 예방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합니다.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862607" y="5425868"/>
            <a:ext cx="77380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지속적으로 발생하는 구조적 에러는 오차 점수가 누적되어 </a:t>
            </a:r>
            <a:r>
              <a:rPr lang="en-US" sz="1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고장으로 명확하게 탐지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됩니다.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0673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459206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최종 결과 요약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447198" y="2915542"/>
            <a:ext cx="5220652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0.8872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4391917"/>
            <a:ext cx="497205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최종 달성 F1-Score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6019800" y="2543472"/>
            <a:ext cx="5880735" cy="510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38BDF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한계를 돌파한 극적인 성능 향상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019800" y="3202483"/>
            <a:ext cx="56007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공장 소음과 기계 소음의 비율이 동일한 극한 조건 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6019800" y="3956744"/>
            <a:ext cx="3462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0.61에서 0.8872로 눈부신 도약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019800" y="4185344"/>
            <a:ext cx="56007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새롭게 구축된 파이프라인은 </a:t>
            </a:r>
            <a:r>
              <a:rPr lang="en-US" sz="1650" b="1" i="0" u="none" strike="noStrike" cap="none" dirty="0">
                <a:solidFill>
                  <a:srgbClr val="4ADE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실제 제조 공장 환경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  <a:sym typeface="Noto Sans KR"/>
              </a:rPr>
              <a:t>에서도 즉각 도입이 가능할 수준의 견고한 탐지 성능과 높은 신뢰성을 증명합니다.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7425" y="3794819"/>
            <a:ext cx="721221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와이드스크린</PresentationFormat>
  <Paragraphs>35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wlscksdjs@gmail.com</cp:lastModifiedBy>
  <cp:revision>1</cp:revision>
  <dcterms:modified xsi:type="dcterms:W3CDTF">2026-04-27T09:52:33Z</dcterms:modified>
</cp:coreProperties>
</file>