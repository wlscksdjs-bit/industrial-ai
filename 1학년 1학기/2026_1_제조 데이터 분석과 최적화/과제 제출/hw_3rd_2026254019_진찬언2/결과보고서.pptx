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Noto Sans KR" panose="020B0200000000000000" pitchFamily="50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4909C4-752C-40D3-ADD3-8E1C73F7AC68}">
  <a:tblStyle styleId="{154909C4-752C-40D3-ADD3-8E1C73F7AC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lscksdjs@gmail.com" userId="2d7df3081b6aa7f2" providerId="LiveId" clId="{F3D7FE08-4492-4A43-9108-2105C1D4162C}"/>
    <pc:docChg chg="undo custSel delSld modSld">
      <pc:chgData name="wlscksdjs@gmail.com" userId="2d7df3081b6aa7f2" providerId="LiveId" clId="{F3D7FE08-4492-4A43-9108-2105C1D4162C}" dt="2026-03-17T15:38:48.591" v="801" actId="14100"/>
      <pc:docMkLst>
        <pc:docMk/>
      </pc:docMkLst>
      <pc:sldChg chg="addSp delSp modSp mod">
        <pc:chgData name="wlscksdjs@gmail.com" userId="2d7df3081b6aa7f2" providerId="LiveId" clId="{F3D7FE08-4492-4A43-9108-2105C1D4162C}" dt="2026-03-17T15:22:47.070" v="50"/>
        <pc:sldMkLst>
          <pc:docMk/>
          <pc:sldMk cId="0" sldId="256"/>
        </pc:sldMkLst>
        <pc:spChg chg="add mod">
          <ac:chgData name="wlscksdjs@gmail.com" userId="2d7df3081b6aa7f2" providerId="LiveId" clId="{F3D7FE08-4492-4A43-9108-2105C1D4162C}" dt="2026-03-17T15:22:47.070" v="50"/>
          <ac:spMkLst>
            <pc:docMk/>
            <pc:sldMk cId="0" sldId="256"/>
            <ac:spMk id="2" creationId="{4C786602-C061-9208-5616-E22896EF162D}"/>
          </ac:spMkLst>
        </pc:spChg>
        <pc:spChg chg="mod">
          <ac:chgData name="wlscksdjs@gmail.com" userId="2d7df3081b6aa7f2" providerId="LiveId" clId="{F3D7FE08-4492-4A43-9108-2105C1D4162C}" dt="2026-03-17T15:21:59.744" v="47" actId="20577"/>
          <ac:spMkLst>
            <pc:docMk/>
            <pc:sldMk cId="0" sldId="256"/>
            <ac:spMk id="85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3-17T15:22:45.825" v="49" actId="478"/>
          <ac:spMkLst>
            <pc:docMk/>
            <pc:sldMk cId="0" sldId="256"/>
            <ac:spMk id="87" creationId="{00000000-0000-0000-0000-000000000000}"/>
          </ac:spMkLst>
        </pc:spChg>
      </pc:sldChg>
      <pc:sldChg chg="modSp mod">
        <pc:chgData name="wlscksdjs@gmail.com" userId="2d7df3081b6aa7f2" providerId="LiveId" clId="{F3D7FE08-4492-4A43-9108-2105C1D4162C}" dt="2026-03-17T15:23:20.594" v="71" actId="6549"/>
        <pc:sldMkLst>
          <pc:docMk/>
          <pc:sldMk cId="0" sldId="257"/>
        </pc:sldMkLst>
        <pc:spChg chg="mod">
          <ac:chgData name="wlscksdjs@gmail.com" userId="2d7df3081b6aa7f2" providerId="LiveId" clId="{F3D7FE08-4492-4A43-9108-2105C1D4162C}" dt="2026-03-17T15:23:20.594" v="71" actId="6549"/>
          <ac:spMkLst>
            <pc:docMk/>
            <pc:sldMk cId="0" sldId="257"/>
            <ac:spMk id="9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3:14.067" v="64" actId="6549"/>
          <ac:spMkLst>
            <pc:docMk/>
            <pc:sldMk cId="0" sldId="257"/>
            <ac:spMk id="103" creationId="{00000000-0000-0000-0000-000000000000}"/>
          </ac:spMkLst>
        </pc:spChg>
      </pc:sldChg>
      <pc:sldChg chg="modSp mod">
        <pc:chgData name="wlscksdjs@gmail.com" userId="2d7df3081b6aa7f2" providerId="LiveId" clId="{F3D7FE08-4492-4A43-9108-2105C1D4162C}" dt="2026-03-17T15:23:57.649" v="120" actId="6549"/>
        <pc:sldMkLst>
          <pc:docMk/>
          <pc:sldMk cId="0" sldId="258"/>
        </pc:sldMkLst>
        <pc:spChg chg="mod">
          <ac:chgData name="wlscksdjs@gmail.com" userId="2d7df3081b6aa7f2" providerId="LiveId" clId="{F3D7FE08-4492-4A43-9108-2105C1D4162C}" dt="2026-03-17T15:23:42.664" v="92" actId="6549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3:50.198" v="105" actId="6549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3:57.649" v="120" actId="6549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3:28.749" v="84" actId="6549"/>
          <ac:spMkLst>
            <pc:docMk/>
            <pc:sldMk cId="0" sldId="258"/>
            <ac:spMk id="128" creationId="{00000000-0000-0000-0000-000000000000}"/>
          </ac:spMkLst>
        </pc:spChg>
      </pc:sldChg>
      <pc:sldChg chg="modSp mod">
        <pc:chgData name="wlscksdjs@gmail.com" userId="2d7df3081b6aa7f2" providerId="LiveId" clId="{F3D7FE08-4492-4A43-9108-2105C1D4162C}" dt="2026-03-17T15:24:42.488" v="162" actId="6549"/>
        <pc:sldMkLst>
          <pc:docMk/>
          <pc:sldMk cId="0" sldId="259"/>
        </pc:sldMkLst>
        <pc:spChg chg="mod">
          <ac:chgData name="wlscksdjs@gmail.com" userId="2d7df3081b6aa7f2" providerId="LiveId" clId="{F3D7FE08-4492-4A43-9108-2105C1D4162C}" dt="2026-03-17T15:24:20.934" v="138" actId="6549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4:26.487" v="144" actId="6549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4:35.432" v="153" actId="6549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24:42.488" v="162" actId="6549"/>
          <ac:spMkLst>
            <pc:docMk/>
            <pc:sldMk cId="0" sldId="259"/>
            <ac:spMk id="143" creationId="{00000000-0000-0000-0000-000000000000}"/>
          </ac:spMkLst>
        </pc:spChg>
      </pc:sldChg>
      <pc:sldChg chg="addSp delSp modSp mod">
        <pc:chgData name="wlscksdjs@gmail.com" userId="2d7df3081b6aa7f2" providerId="LiveId" clId="{F3D7FE08-4492-4A43-9108-2105C1D4162C}" dt="2026-03-17T15:31:26.256" v="690" actId="1038"/>
        <pc:sldMkLst>
          <pc:docMk/>
          <pc:sldMk cId="0" sldId="260"/>
        </pc:sldMkLst>
        <pc:spChg chg="add mod">
          <ac:chgData name="wlscksdjs@gmail.com" userId="2d7df3081b6aa7f2" providerId="LiveId" clId="{F3D7FE08-4492-4A43-9108-2105C1D4162C}" dt="2026-03-17T15:30:33.624" v="610" actId="164"/>
          <ac:spMkLst>
            <pc:docMk/>
            <pc:sldMk cId="0" sldId="260"/>
            <ac:spMk id="2" creationId="{0E36CC2D-435F-B653-4D41-029D31AFCAD6}"/>
          </ac:spMkLst>
        </pc:spChg>
        <pc:spChg chg="add mod">
          <ac:chgData name="wlscksdjs@gmail.com" userId="2d7df3081b6aa7f2" providerId="LiveId" clId="{F3D7FE08-4492-4A43-9108-2105C1D4162C}" dt="2026-03-17T15:31:26.256" v="690" actId="1038"/>
          <ac:spMkLst>
            <pc:docMk/>
            <pc:sldMk cId="0" sldId="260"/>
            <ac:spMk id="4" creationId="{00000000-0000-0000-0000-000000000000}"/>
          </ac:spMkLst>
        </pc:spChg>
        <pc:spChg chg="del mod ord">
          <ac:chgData name="wlscksdjs@gmail.com" userId="2d7df3081b6aa7f2" providerId="LiveId" clId="{F3D7FE08-4492-4A43-9108-2105C1D4162C}" dt="2026-03-17T15:30:42.173" v="611" actId="21"/>
          <ac:spMkLst>
            <pc:docMk/>
            <pc:sldMk cId="0" sldId="260"/>
            <ac:spMk id="154" creationId="{00000000-0000-0000-0000-000000000000}"/>
          </ac:spMkLst>
        </pc:spChg>
        <pc:spChg chg="del ord">
          <ac:chgData name="wlscksdjs@gmail.com" userId="2d7df3081b6aa7f2" providerId="LiveId" clId="{F3D7FE08-4492-4A43-9108-2105C1D4162C}" dt="2026-03-17T15:29:02.866" v="529" actId="478"/>
          <ac:spMkLst>
            <pc:docMk/>
            <pc:sldMk cId="0" sldId="260"/>
            <ac:spMk id="155" creationId="{00000000-0000-0000-0000-000000000000}"/>
          </ac:spMkLst>
        </pc:spChg>
        <pc:grpChg chg="add mod">
          <ac:chgData name="wlscksdjs@gmail.com" userId="2d7df3081b6aa7f2" providerId="LiveId" clId="{F3D7FE08-4492-4A43-9108-2105C1D4162C}" dt="2026-03-17T15:30:50.332" v="668" actId="1036"/>
          <ac:grpSpMkLst>
            <pc:docMk/>
            <pc:sldMk cId="0" sldId="260"/>
            <ac:grpSpMk id="3" creationId="{BE88FE3A-D847-004B-7FD7-1DD2E1704F75}"/>
          </ac:grpSpMkLst>
        </pc:grpChg>
        <pc:picChg chg="ord">
          <ac:chgData name="wlscksdjs@gmail.com" userId="2d7df3081b6aa7f2" providerId="LiveId" clId="{F3D7FE08-4492-4A43-9108-2105C1D4162C}" dt="2026-03-17T15:26:32.888" v="169" actId="167"/>
          <ac:picMkLst>
            <pc:docMk/>
            <pc:sldMk cId="0" sldId="260"/>
            <ac:picMk id="151" creationId="{00000000-0000-0000-0000-000000000000}"/>
          </ac:picMkLst>
        </pc:picChg>
        <pc:picChg chg="mod ord">
          <ac:chgData name="wlscksdjs@gmail.com" userId="2d7df3081b6aa7f2" providerId="LiveId" clId="{F3D7FE08-4492-4A43-9108-2105C1D4162C}" dt="2026-03-17T15:30:33.624" v="610" actId="164"/>
          <ac:picMkLst>
            <pc:docMk/>
            <pc:sldMk cId="0" sldId="260"/>
            <ac:picMk id="152" creationId="{00000000-0000-0000-0000-000000000000}"/>
          </ac:picMkLst>
        </pc:picChg>
        <pc:picChg chg="ord">
          <ac:chgData name="wlscksdjs@gmail.com" userId="2d7df3081b6aa7f2" providerId="LiveId" clId="{F3D7FE08-4492-4A43-9108-2105C1D4162C}" dt="2026-03-17T15:26:29.656" v="168" actId="167"/>
          <ac:picMkLst>
            <pc:docMk/>
            <pc:sldMk cId="0" sldId="260"/>
            <ac:picMk id="153" creationId="{00000000-0000-0000-0000-000000000000}"/>
          </ac:picMkLst>
        </pc:picChg>
      </pc:sldChg>
      <pc:sldChg chg="modSp mod">
        <pc:chgData name="wlscksdjs@gmail.com" userId="2d7df3081b6aa7f2" providerId="LiveId" clId="{F3D7FE08-4492-4A43-9108-2105C1D4162C}" dt="2026-03-17T15:32:11.950" v="702" actId="1076"/>
        <pc:sldMkLst>
          <pc:docMk/>
          <pc:sldMk cId="0" sldId="261"/>
        </pc:sldMkLst>
        <pc:spChg chg="mod">
          <ac:chgData name="wlscksdjs@gmail.com" userId="2d7df3081b6aa7f2" providerId="LiveId" clId="{F3D7FE08-4492-4A43-9108-2105C1D4162C}" dt="2026-03-17T15:31:42.358" v="691" actId="14100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2:02.004" v="700" actId="6549"/>
          <ac:spMkLst>
            <pc:docMk/>
            <pc:sldMk cId="0" sldId="261"/>
            <ac:spMk id="169" creationId="{00000000-0000-0000-0000-000000000000}"/>
          </ac:spMkLst>
        </pc:spChg>
        <pc:picChg chg="mod">
          <ac:chgData name="wlscksdjs@gmail.com" userId="2d7df3081b6aa7f2" providerId="LiveId" clId="{F3D7FE08-4492-4A43-9108-2105C1D4162C}" dt="2026-03-17T15:32:11.950" v="702" actId="1076"/>
          <ac:picMkLst>
            <pc:docMk/>
            <pc:sldMk cId="0" sldId="261"/>
            <ac:picMk id="170" creationId="{00000000-0000-0000-0000-000000000000}"/>
          </ac:picMkLst>
        </pc:picChg>
      </pc:sldChg>
      <pc:sldChg chg="addSp delSp modSp mod modNotes">
        <pc:chgData name="wlscksdjs@gmail.com" userId="2d7df3081b6aa7f2" providerId="LiveId" clId="{F3D7FE08-4492-4A43-9108-2105C1D4162C}" dt="2026-03-17T15:38:48.591" v="801" actId="14100"/>
        <pc:sldMkLst>
          <pc:docMk/>
          <pc:sldMk cId="0" sldId="263"/>
        </pc:sldMkLst>
        <pc:spChg chg="mod">
          <ac:chgData name="wlscksdjs@gmail.com" userId="2d7df3081b6aa7f2" providerId="LiveId" clId="{F3D7FE08-4492-4A43-9108-2105C1D4162C}" dt="2026-03-17T15:34:27.314" v="713"/>
          <ac:spMkLst>
            <pc:docMk/>
            <pc:sldMk cId="0" sldId="263"/>
            <ac:spMk id="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4:27.314" v="713"/>
          <ac:spMkLst>
            <pc:docMk/>
            <pc:sldMk cId="0" sldId="263"/>
            <ac:spMk id="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5:15.823" v="753" actId="6549"/>
          <ac:spMkLst>
            <pc:docMk/>
            <pc:sldMk cId="0" sldId="263"/>
            <ac:spMk id="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4:01.261" v="711" actId="164"/>
          <ac:spMkLst>
            <pc:docMk/>
            <pc:sldMk cId="0" sldId="263"/>
            <ac:spMk id="20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4:01.261" v="711" actId="164"/>
          <ac:spMkLst>
            <pc:docMk/>
            <pc:sldMk cId="0" sldId="263"/>
            <ac:spMk id="21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3-17T15:34:01.261" v="711" actId="164"/>
          <ac:spMkLst>
            <pc:docMk/>
            <pc:sldMk cId="0" sldId="263"/>
            <ac:spMk id="211" creationId="{00000000-0000-0000-0000-000000000000}"/>
          </ac:spMkLst>
        </pc:spChg>
        <pc:grpChg chg="add del mod">
          <ac:chgData name="wlscksdjs@gmail.com" userId="2d7df3081b6aa7f2" providerId="LiveId" clId="{F3D7FE08-4492-4A43-9108-2105C1D4162C}" dt="2026-03-17T15:34:02.465" v="712" actId="21"/>
          <ac:grpSpMkLst>
            <pc:docMk/>
            <pc:sldMk cId="0" sldId="263"/>
            <ac:grpSpMk id="4" creationId="{A4DD3F18-1FEF-2A5E-2EAB-3DD124F3B360}"/>
          </ac:grpSpMkLst>
        </pc:grpChg>
        <pc:grpChg chg="add mod">
          <ac:chgData name="wlscksdjs@gmail.com" userId="2d7df3081b6aa7f2" providerId="LiveId" clId="{F3D7FE08-4492-4A43-9108-2105C1D4162C}" dt="2026-03-17T15:34:27.314" v="713"/>
          <ac:grpSpMkLst>
            <pc:docMk/>
            <pc:sldMk cId="0" sldId="263"/>
            <ac:grpSpMk id="5" creationId="{A4DD3F18-1FEF-2A5E-2EAB-3DD124F3B360}"/>
          </ac:grpSpMkLst>
        </pc:grpChg>
        <pc:picChg chg="add del mod">
          <ac:chgData name="wlscksdjs@gmail.com" userId="2d7df3081b6aa7f2" providerId="LiveId" clId="{F3D7FE08-4492-4A43-9108-2105C1D4162C}" dt="2026-03-17T15:32:55.698" v="705" actId="478"/>
          <ac:picMkLst>
            <pc:docMk/>
            <pc:sldMk cId="0" sldId="263"/>
            <ac:picMk id="2" creationId="{C8CED646-15EE-AB43-4348-51212ED84F72}"/>
          </ac:picMkLst>
        </pc:picChg>
        <pc:picChg chg="add mod ord">
          <ac:chgData name="wlscksdjs@gmail.com" userId="2d7df3081b6aa7f2" providerId="LiveId" clId="{F3D7FE08-4492-4A43-9108-2105C1D4162C}" dt="2026-03-17T15:33:35.568" v="708" actId="167"/>
          <ac:picMkLst>
            <pc:docMk/>
            <pc:sldMk cId="0" sldId="263"/>
            <ac:picMk id="3" creationId="{ABC1CE91-55DF-2188-869C-B43BA4DF082E}"/>
          </ac:picMkLst>
        </pc:picChg>
        <pc:picChg chg="mod">
          <ac:chgData name="wlscksdjs@gmail.com" userId="2d7df3081b6aa7f2" providerId="LiveId" clId="{F3D7FE08-4492-4A43-9108-2105C1D4162C}" dt="2026-03-17T15:35:29.063" v="754" actId="14100"/>
          <ac:picMkLst>
            <pc:docMk/>
            <pc:sldMk cId="0" sldId="263"/>
            <ac:picMk id="6" creationId="{00000000-0000-0000-0000-000000000000}"/>
          </ac:picMkLst>
        </pc:picChg>
        <pc:picChg chg="add mod modCrop">
          <ac:chgData name="wlscksdjs@gmail.com" userId="2d7df3081b6aa7f2" providerId="LiveId" clId="{F3D7FE08-4492-4A43-9108-2105C1D4162C}" dt="2026-03-17T15:37:42.153" v="774" actId="732"/>
          <ac:picMkLst>
            <pc:docMk/>
            <pc:sldMk cId="0" sldId="263"/>
            <ac:picMk id="11" creationId="{F429FE70-8C4D-A466-F85C-D5CCB35C33DD}"/>
          </ac:picMkLst>
        </pc:picChg>
        <pc:picChg chg="add mod">
          <ac:chgData name="wlscksdjs@gmail.com" userId="2d7df3081b6aa7f2" providerId="LiveId" clId="{F3D7FE08-4492-4A43-9108-2105C1D4162C}" dt="2026-03-17T15:38:40.126" v="799" actId="1037"/>
          <ac:picMkLst>
            <pc:docMk/>
            <pc:sldMk cId="0" sldId="263"/>
            <ac:picMk id="13" creationId="{D70A541B-B4D8-705C-5896-A88A1474F128}"/>
          </ac:picMkLst>
        </pc:picChg>
        <pc:picChg chg="add mod">
          <ac:chgData name="wlscksdjs@gmail.com" userId="2d7df3081b6aa7f2" providerId="LiveId" clId="{F3D7FE08-4492-4A43-9108-2105C1D4162C}" dt="2026-03-17T15:38:48.591" v="801" actId="14100"/>
          <ac:picMkLst>
            <pc:docMk/>
            <pc:sldMk cId="0" sldId="263"/>
            <ac:picMk id="15" creationId="{D58A270D-324A-935E-E2F7-A1B326475FC5}"/>
          </ac:picMkLst>
        </pc:picChg>
        <pc:picChg chg="del">
          <ac:chgData name="wlscksdjs@gmail.com" userId="2d7df3081b6aa7f2" providerId="LiveId" clId="{F3D7FE08-4492-4A43-9108-2105C1D4162C}" dt="2026-03-17T15:33:39.023" v="709" actId="478"/>
          <ac:picMkLst>
            <pc:docMk/>
            <pc:sldMk cId="0" sldId="263"/>
            <ac:picMk id="207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3-17T15:34:01.261" v="711" actId="164"/>
          <ac:picMkLst>
            <pc:docMk/>
            <pc:sldMk cId="0" sldId="263"/>
            <ac:picMk id="208" creationId="{00000000-0000-0000-0000-000000000000}"/>
          </ac:picMkLst>
        </pc:picChg>
      </pc:sldChg>
      <pc:sldChg chg="del">
        <pc:chgData name="wlscksdjs@gmail.com" userId="2d7df3081b6aa7f2" providerId="LiveId" clId="{F3D7FE08-4492-4A43-9108-2105C1D4162C}" dt="2026-03-17T15:33:45.042" v="710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66640" y="2282279"/>
            <a:ext cx="725871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5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제조 데이터 분석과 최적화 </a:t>
            </a:r>
            <a:r>
              <a:rPr lang="en-US" altLang="ko-KR" sz="15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과제 보고서]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466640" y="2729954"/>
            <a:ext cx="7258719" cy="128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반도체 웨이퍼 결함 데이터셋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전처리 및 정제 보고서</a:t>
            </a:r>
            <a:endParaRPr dirty="0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4C786602-C061-9208-5616-E22896EF162D}"/>
              </a:ext>
            </a:extLst>
          </p:cNvPr>
          <p:cNvSpPr txBox="1"/>
          <p:nvPr/>
        </p:nvSpPr>
        <p:spPr>
          <a:xfrm>
            <a:off x="2521297" y="4335809"/>
            <a:ext cx="714925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산업인공지능학과 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altLang="ko-KR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2026254019  /  </a:t>
            </a:r>
            <a:r>
              <a:rPr lang="ko-KR" altLang="en-US" sz="165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진찬언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9021"/>
            <a:ext cx="3492549" cy="3377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69021"/>
            <a:ext cx="3492549" cy="3377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69021"/>
            <a:ext cx="3492549" cy="3377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5954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321546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식별자 제거 및 타겟 분리</a:t>
            </a:r>
            <a:endParaRPr dirty="0"/>
          </a:p>
        </p:txBody>
      </p:sp>
      <p:sp>
        <p:nvSpPr>
          <p:cNvPr id="98" name="Google Shape;98;p14"/>
          <p:cNvSpPr/>
          <p:nvPr/>
        </p:nvSpPr>
        <p:spPr>
          <a:xfrm>
            <a:off x="866775" y="3702546"/>
            <a:ext cx="2901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854946"/>
            <a:ext cx="2901999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일련번호 변수를 제거하여 과적합을 방지하고, 정답 레이블을 분리하여 정보 누수를 원천 차단합니다.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5954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45074" y="3321546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범주형 데이터 인코딩</a:t>
            </a:r>
            <a:endParaRPr dirty="0"/>
          </a:p>
        </p:txBody>
      </p:sp>
      <p:sp>
        <p:nvSpPr>
          <p:cNvPr id="102" name="Google Shape;102;p14"/>
          <p:cNvSpPr/>
          <p:nvPr/>
        </p:nvSpPr>
        <p:spPr>
          <a:xfrm>
            <a:off x="4645074" y="3702546"/>
            <a:ext cx="2901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645074" y="3854946"/>
            <a:ext cx="2901999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문자형으로 구성된 제조 공정 메타데이터를 기계가 학습할 수 있도록 원-핫 인코딩으로 수치화합니다.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59546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23374" y="3321546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데이터 층화 분할 및 스케일링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8423374" y="3702546"/>
            <a:ext cx="290199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423374" y="3854946"/>
            <a:ext cx="2901999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불균형을 고려한 70:15:15 계층적 분할과, 센서 간 단위 편차를 없애는 표준화 스케일링을 수행합니다.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48791" y="2711946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7091" y="2711946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5391" y="2711946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전처리 파이프라인 개요</a:t>
            </a:r>
            <a:endParaRPr dirty="0"/>
          </a:p>
        </p:txBody>
      </p:sp>
      <p:sp>
        <p:nvSpPr>
          <p:cNvPr id="112" name="Google Shape;112;p14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09625" y="2463403"/>
            <a:ext cx="504825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열: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`wafer_id` (1열)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2943373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의미: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각 웨이퍼를 추적하기 위해 부여된 단순 고유 식별 번호(ID)입니다. 센서나 수율과 통계적 인과관계가 없습니다.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3712815"/>
            <a:ext cx="50482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정제 기준 및 조치: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기계학습 모델이 단순 일련번호에서 억지 패턴을 찾으려 시도하면 </a:t>
            </a:r>
            <a:r>
              <a:rPr lang="en-US" sz="142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과적합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 발생합니다.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4482256"/>
            <a:ext cx="50482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모델의 예측을 위한 독립 변수로서의 가치가 전무하므로, 데이터 셋에서 완전히 </a:t>
            </a:r>
            <a:r>
              <a:rPr lang="en-US" sz="1425" b="0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삭제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조치하였습니다.</a:t>
            </a:r>
            <a:endParaRPr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205740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253007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301004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377949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4548931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EA5E9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1. 불필요 변수 제거</a:t>
            </a:r>
            <a:endParaRPr dirty="0"/>
          </a:p>
        </p:txBody>
      </p:sp>
      <p:sp>
        <p:nvSpPr>
          <p:cNvPr id="129" name="Google Shape;129;p15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5775"/>
            <a:ext cx="5286375" cy="34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55775"/>
            <a:ext cx="5286375" cy="3403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62025" y="2546300"/>
            <a:ext cx="47305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대상 열: `process_step` (8열)</a:t>
            </a:r>
            <a:endParaRPr dirty="0"/>
          </a:p>
        </p:txBody>
      </p:sp>
      <p:sp>
        <p:nvSpPr>
          <p:cNvPr id="138" name="Google Shape;138;p16"/>
          <p:cNvSpPr/>
          <p:nvPr/>
        </p:nvSpPr>
        <p:spPr>
          <a:xfrm>
            <a:off x="962025" y="2946350"/>
            <a:ext cx="45053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3146375"/>
            <a:ext cx="4505325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의미: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웨이퍼가 산화, 리소그래피, 식각 등 5개의 공정 단계 중 어느 단계에서 수집되었는지 나타내는 핵심적인 문맥 변수입니다.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962025" y="4157662"/>
            <a:ext cx="4505325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기계학습 알고리즘은 문자열을 직접 처리할 수 없으므로, 이를 수학적 연산이 가능한 수치 형태로 변환하는 과정이 필수적입니다.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6724650" y="2546300"/>
            <a:ext cx="47305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정제 기준: 원-핫 인코딩</a:t>
            </a:r>
            <a:endParaRPr dirty="0"/>
          </a:p>
        </p:txBody>
      </p:sp>
      <p:sp>
        <p:nvSpPr>
          <p:cNvPr id="142" name="Google Shape;142;p16"/>
          <p:cNvSpPr/>
          <p:nvPr/>
        </p:nvSpPr>
        <p:spPr>
          <a:xfrm>
            <a:off x="6724650" y="2946350"/>
            <a:ext cx="45053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724650" y="3146375"/>
            <a:ext cx="45053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기준: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공정 단계(예: 식각과 증착) 사이에는 '크고 작음'을 나타내는 서열 구조가 성립하지 않습니다.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6724650" y="3868191"/>
            <a:ext cx="4505325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만약 단순 숫자로(1,2,3..) 부여할 경우 모델이 값의 크기를 가중치로 오해할 수 있습니다. 따라서 각 공정 단계를 독립적인 이진 열(0 또는 1)로 쪼개는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원-핫 인코딩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적용하였습니다.</a:t>
            </a:r>
            <a:endParaRPr dirty="0"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2. 범주형 메타데이터 인코딩</a:t>
            </a:r>
            <a:endParaRPr dirty="0"/>
          </a:p>
        </p:txBody>
      </p:sp>
      <p:sp>
        <p:nvSpPr>
          <p:cNvPr id="146" name="Google Shape;146;p16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3 &amp; 4. 타겟 분리 및 층화 분할</a:t>
            </a:r>
            <a:endParaRPr dirty="0"/>
          </a:p>
        </p:txBody>
      </p:sp>
      <p:sp>
        <p:nvSpPr>
          <p:cNvPr id="157" name="Google Shape;157;p17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E88FE3A-D847-004B-7FD7-1DD2E1704F75}"/>
              </a:ext>
            </a:extLst>
          </p:cNvPr>
          <p:cNvGrpSpPr/>
          <p:nvPr/>
        </p:nvGrpSpPr>
        <p:grpSpPr>
          <a:xfrm>
            <a:off x="571500" y="4844862"/>
            <a:ext cx="11049000" cy="1582438"/>
            <a:chOff x="571500" y="3645545"/>
            <a:chExt cx="11049000" cy="1582438"/>
          </a:xfrm>
        </p:grpSpPr>
        <p:pic>
          <p:nvPicPr>
            <p:cNvPr id="152" name="Google Shape;152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45545"/>
              <a:ext cx="11049000" cy="15824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36CC2D-435F-B653-4D41-029D31AFCAD6}"/>
                </a:ext>
              </a:extLst>
            </p:cNvPr>
            <p:cNvSpPr/>
            <p:nvPr/>
          </p:nvSpPr>
          <p:spPr>
            <a:xfrm>
              <a:off x="742122" y="3737113"/>
              <a:ext cx="10772775" cy="1367394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" name="Google Shape;154;p17"/>
          <p:cNvSpPr txBox="1"/>
          <p:nvPr/>
        </p:nvSpPr>
        <p:spPr>
          <a:xfrm>
            <a:off x="895763" y="5104507"/>
            <a:ext cx="10613748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타겟 및 분할 기준: 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모델이 맞추어야 할 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‘ defect_label’ (9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열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정답지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별도 분리했습니다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 불량 데이터는 정상 데이터에 비해 수가 매우 적습니다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학습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테스트 셋 분할 시 불량 비율이 치우치지 않도록 </a:t>
            </a:r>
            <a:r>
              <a:rPr lang="ko-KR" alt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층화 추출</a:t>
            </a:r>
            <a:r>
              <a:rPr lang="en-US" altLang="ko-KR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(stratify=y)</a:t>
            </a:r>
            <a:r>
              <a:rPr lang="ko-KR" altLang="en-US" sz="1425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적용</a:t>
            </a:r>
            <a:r>
              <a:rPr lang="ko-KR" altLang="en-US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일반화 성능의 신뢰성을 확보했습니다</a:t>
            </a:r>
            <a:r>
              <a:rPr lang="en-US" altLang="ko-KR" sz="1425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10150"/>
            <a:ext cx="5286375" cy="45958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499" y="571500"/>
            <a:ext cx="528637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Step 5. 다변량 센서 데이터 표준화</a:t>
            </a:r>
            <a:endParaRPr dirty="0"/>
          </a:p>
        </p:txBody>
      </p:sp>
      <p:sp>
        <p:nvSpPr>
          <p:cNvPr id="165" name="Google Shape;165;p18"/>
          <p:cNvSpPr/>
          <p:nvPr/>
        </p:nvSpPr>
        <p:spPr>
          <a:xfrm>
            <a:off x="571500" y="1104900"/>
            <a:ext cx="4717107" cy="2857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71500" y="14192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대상: 2~7열 (센서 측정치)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19716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온도, 압력, 전압, 가스 유량 등 각 센서는 크기 단위(Scale)가 다릅니다. PCA, SVM 등의 거리 기반 모델은 값의 편차를 중요도 차이로 오해할 수 있습니다.</a:t>
            </a:r>
            <a:endParaRPr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3114675"/>
            <a:ext cx="5286375" cy="1596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방지하기 위해 모든 센서 특징이 평균 0, 분산 1을 갖도록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StandardScaler (Z-점수 표준화)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적용했습니다.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※ 정보 누수를 방지하기 위해 Train 셋의 기준으로만 Val, Test 셋을 변환했습니다.</a:t>
            </a:r>
            <a:endParaRPr dirty="0"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02085" y="5010150"/>
            <a:ext cx="1039903" cy="35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19"/>
          <p:cNvGraphicFramePr/>
          <p:nvPr/>
        </p:nvGraphicFramePr>
        <p:xfrm>
          <a:off x="571500" y="2505075"/>
          <a:ext cx="11049000" cy="2705125"/>
        </p:xfrm>
        <a:graphic>
          <a:graphicData uri="http://schemas.openxmlformats.org/drawingml/2006/table">
            <a:tbl>
              <a:tblPr firstRow="1" bandRow="1">
                <a:noFill/>
                <a:tableStyleId>{154909C4-752C-40D3-ADD3-8E1C73F7AC68}</a:tableStyleId>
              </a:tblPr>
              <a:tblGrid>
                <a:gridCol w="263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컬럼명 (열 번호)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데이터 카테고리 / 의미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전처리 기준 및 기술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최종 상태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`wafer_id` (1열)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고유 식별자 / 예측 인과관계 없음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과적합 유발 방지 삭제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Drop (삭제)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`temperature_c` 외 5개 (2~7열)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다변량 센서 수치 / 공정 환경 변수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Z-점수 표준화(StandardScaler) 적용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스케일링(Scale) 완료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`process_step` (8열)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공정 메타데이터 / 제조 단계(카테고리)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서열 오해 방지 원-핫 인코딩 적용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독립 이진 열로 분할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`defect_label` (9열)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타겟 변수 / 최종 불량 여부 (0, 1)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정보 누수 방지용 (X/y 분리) 및 층화 분할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정답지(y) 분리 보존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Google Shape;177;p19"/>
          <p:cNvSpPr/>
          <p:nvPr/>
        </p:nvSpPr>
        <p:spPr>
          <a:xfrm>
            <a:off x="571500" y="3052762"/>
            <a:ext cx="2637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2514600"/>
            <a:ext cx="2637234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208734" y="3052762"/>
            <a:ext cx="3156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208734" y="2514600"/>
            <a:ext cx="3156049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364783" y="3052762"/>
            <a:ext cx="3318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364783" y="2514600"/>
            <a:ext cx="3318718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683501" y="3052762"/>
            <a:ext cx="1936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9683501" y="2514600"/>
            <a:ext cx="1936998" cy="190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3586162"/>
            <a:ext cx="2637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208734" y="3586162"/>
            <a:ext cx="3156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364783" y="3586162"/>
            <a:ext cx="3318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683501" y="3586162"/>
            <a:ext cx="1936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4119562"/>
            <a:ext cx="2637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208734" y="4119562"/>
            <a:ext cx="3156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364783" y="4119562"/>
            <a:ext cx="3318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9683501" y="4119562"/>
            <a:ext cx="1936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4652962"/>
            <a:ext cx="26372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208734" y="4652962"/>
            <a:ext cx="31560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364783" y="4652962"/>
            <a:ext cx="33187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9683501" y="4652962"/>
            <a:ext cx="19369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71500" y="5181600"/>
            <a:ext cx="263723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208734" y="5181600"/>
            <a:ext cx="315604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364783" y="5181600"/>
            <a:ext cx="331871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9683501" y="5181600"/>
            <a:ext cx="193699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데이터셋 컬럼별 매칭 및 정제 요약</a:t>
            </a:r>
            <a:endParaRPr dirty="0"/>
          </a:p>
        </p:txBody>
      </p:sp>
      <p:sp>
        <p:nvSpPr>
          <p:cNvPr id="202" name="Google Shape;202;p19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87;p20" descr="image.png">
            <a:extLst>
              <a:ext uri="{FF2B5EF4-FFF2-40B4-BE49-F238E27FC236}">
                <a16:creationId xmlns:a16="http://schemas.microsoft.com/office/drawing/2014/main" id="{ABC1CE91-55DF-2188-869C-B43BA4DF08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A4DD3F18-1FEF-2A5E-2EAB-3DD124F3B360}"/>
              </a:ext>
            </a:extLst>
          </p:cNvPr>
          <p:cNvGrpSpPr/>
          <p:nvPr/>
        </p:nvGrpSpPr>
        <p:grpSpPr>
          <a:xfrm>
            <a:off x="390999" y="186704"/>
            <a:ext cx="11409998" cy="2727094"/>
            <a:chOff x="2005905" y="1716584"/>
            <a:chExt cx="8180189" cy="2919334"/>
          </a:xfrm>
        </p:grpSpPr>
        <p:pic>
          <p:nvPicPr>
            <p:cNvPr id="6" name="Google Shape;208;p20" descr="image.png"/>
            <p:cNvPicPr preferRelativeResize="0"/>
            <p:nvPr/>
          </p:nvPicPr>
          <p:blipFill rotWithShape="1">
            <a:blip r:embed="rId4">
              <a:alphaModFix amt="80000"/>
            </a:blip>
            <a:srcRect/>
            <a:stretch/>
          </p:blipFill>
          <p:spPr>
            <a:xfrm>
              <a:off x="2005905" y="1716584"/>
              <a:ext cx="8180189" cy="2919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209;p20"/>
            <p:cNvSpPr txBox="1"/>
            <p:nvPr/>
          </p:nvSpPr>
          <p:spPr>
            <a:xfrm>
              <a:off x="2411476" y="2297608"/>
              <a:ext cx="7369046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50" b="1" i="0" u="none" strike="noStrike" cap="none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💡 결론 및 모델링 준비 완료</a:t>
              </a:r>
              <a:endParaRPr dirty="0"/>
            </a:p>
          </p:txBody>
        </p:sp>
        <p:sp>
          <p:nvSpPr>
            <p:cNvPr id="8" name="Google Shape;210;p20"/>
            <p:cNvSpPr txBox="1"/>
            <p:nvPr/>
          </p:nvSpPr>
          <p:spPr>
            <a:xfrm>
              <a:off x="2586930" y="3069133"/>
              <a:ext cx="7018139" cy="5789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엄격한 5단계 전처리 파이프라인을 거쳐, 단순 텍스트와 스케일이 제각각이던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25" b="0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원시 데이터를 </a:t>
              </a:r>
              <a:r>
                <a:rPr lang="en-US" sz="1425" b="1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기계학습 알고리즘에 즉각 투입 가능한 완벽한 매트릭스</a:t>
              </a:r>
              <a:r>
                <a:rPr lang="en-US" sz="1425" b="0" i="0" u="none" strike="noStrike" cap="none" dirty="0">
                  <a:solidFill>
                    <a:srgbClr val="3341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 변환했습니다.</a:t>
              </a:r>
              <a:endParaRPr dirty="0"/>
            </a:p>
          </p:txBody>
        </p:sp>
        <p:sp>
          <p:nvSpPr>
            <p:cNvPr id="9" name="Google Shape;211;p20"/>
            <p:cNvSpPr txBox="1"/>
            <p:nvPr/>
          </p:nvSpPr>
          <p:spPr>
            <a:xfrm>
              <a:off x="2586930" y="3838575"/>
              <a:ext cx="7018139" cy="298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 dirty="0">
                  <a:solidFill>
                    <a:srgbClr val="0369A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정제 데이터는 향후 진행될 지도학습 기반 결함 분류 및 비지도 이상 탐지 연구의 신뢰도 높은 토대가 될 것입니다.</a:t>
              </a:r>
              <a:endParaRPr dirty="0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F429FE70-8C4D-A466-F85C-D5CCB35C33D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rcRect r="32430"/>
          <a:stretch>
            <a:fillRect/>
          </a:stretch>
        </p:blipFill>
        <p:spPr>
          <a:xfrm>
            <a:off x="390999" y="3091755"/>
            <a:ext cx="3478141" cy="35192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70A541B-B4D8-705C-5896-A88A1474F12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906532" y="3091754"/>
            <a:ext cx="4201506" cy="35192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58A270D-324A-935E-E2F7-A1B326475F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8145430" y="3091753"/>
            <a:ext cx="3655567" cy="35192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와이드스크린</PresentationFormat>
  <Paragraphs>56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2026-03-17T15:40:52Z</dcterms:modified>
</cp:coreProperties>
</file>