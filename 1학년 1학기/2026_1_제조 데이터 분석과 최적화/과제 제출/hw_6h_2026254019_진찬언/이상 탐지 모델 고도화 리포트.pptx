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Noto Sans KR" panose="020B0200000000000000" pitchFamily="50" charset="-127"/>
      <p:regular r:id="rId9"/>
      <p:bold r:id="rId10"/>
    </p:embeddedFont>
    <p:embeddedFont>
      <p:font typeface="Noto Sans KR Black" panose="020B0200000000000000" pitchFamily="50" charset="-127"/>
      <p:bold r:id="rId11"/>
    </p:embeddedFont>
    <p:embeddedFont>
      <p:font typeface="맑은 고딕" panose="020B0503020000020004" pitchFamily="50" charset="-127"/>
      <p:regular r:id="rId12"/>
      <p:bold r:id="rId13"/>
    </p:embeddedFont>
    <p:embeddedFont>
      <p:font typeface="Fira Code" panose="020B0809050000020004" pitchFamily="49" charset="0"/>
      <p:regular r:id="rId14"/>
      <p:bold r:id="rId15"/>
    </p:embeddedFont>
    <p:embeddedFont>
      <p:font typeface="Inter" panose="020B0600000101010101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DF8"/>
    <a:srgbClr val="151D29"/>
    <a:srgbClr val="10151E"/>
    <a:srgbClr val="1E293B"/>
    <a:srgbClr val="2E2E2E"/>
    <a:srgbClr val="10B981"/>
    <a:srgbClr val="0A1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F11DBF-070E-4958-B649-1F33E9B404A7}">
  <a:tblStyle styleId="{2AF11DBF-070E-4958-B649-1F33E9B404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lscksdjs@gmail.com" userId="2d7df3081b6aa7f2" providerId="LiveId" clId="{F3D7FE08-4492-4A43-9108-2105C1D4162C}"/>
    <pc:docChg chg="undo custSel modSld">
      <pc:chgData name="wlscksdjs@gmail.com" userId="2d7df3081b6aa7f2" providerId="LiveId" clId="{F3D7FE08-4492-4A43-9108-2105C1D4162C}" dt="2026-04-12T06:42:42.228" v="942" actId="1076"/>
      <pc:docMkLst>
        <pc:docMk/>
      </pc:docMkLst>
      <pc:sldChg chg="addSp delSp modSp mod">
        <pc:chgData name="wlscksdjs@gmail.com" userId="2d7df3081b6aa7f2" providerId="LiveId" clId="{F3D7FE08-4492-4A43-9108-2105C1D4162C}" dt="2026-04-12T06:42:42.228" v="942" actId="1076"/>
        <pc:sldMkLst>
          <pc:docMk/>
          <pc:sldMk cId="0" sldId="256"/>
        </pc:sldMkLst>
        <pc:spChg chg="add">
          <ac:chgData name="wlscksdjs@gmail.com" userId="2d7df3081b6aa7f2" providerId="LiveId" clId="{F3D7FE08-4492-4A43-9108-2105C1D4162C}" dt="2026-04-12T06:31:16.979" v="676"/>
          <ac:spMkLst>
            <pc:docMk/>
            <pc:sldMk cId="0" sldId="256"/>
            <ac:spMk id="2" creationId="{50D31FAC-932D-B8AB-674F-4FD4D9ED0B94}"/>
          </ac:spMkLst>
        </pc:spChg>
        <pc:spChg chg="add">
          <ac:chgData name="wlscksdjs@gmail.com" userId="2d7df3081b6aa7f2" providerId="LiveId" clId="{F3D7FE08-4492-4A43-9108-2105C1D4162C}" dt="2026-04-12T06:35:07.822" v="685"/>
          <ac:spMkLst>
            <pc:docMk/>
            <pc:sldMk cId="0" sldId="256"/>
            <ac:spMk id="5" creationId="{8D757D4D-4EE8-9A68-AC79-59E5890A89B5}"/>
          </ac:spMkLst>
        </pc:spChg>
        <pc:spChg chg="add mod">
          <ac:chgData name="wlscksdjs@gmail.com" userId="2d7df3081b6aa7f2" providerId="LiveId" clId="{F3D7FE08-4492-4A43-9108-2105C1D4162C}" dt="2026-04-12T06:37:47.714" v="867" actId="1035"/>
          <ac:spMkLst>
            <pc:docMk/>
            <pc:sldMk cId="0" sldId="256"/>
            <ac:spMk id="8" creationId="{CCE444D7-595F-2827-EEB0-6EEE230175E9}"/>
          </ac:spMkLst>
        </pc:spChg>
        <pc:spChg chg="add del mod">
          <ac:chgData name="wlscksdjs@gmail.com" userId="2d7df3081b6aa7f2" providerId="LiveId" clId="{F3D7FE08-4492-4A43-9108-2105C1D4162C}" dt="2026-04-12T06:39:30.584" v="903" actId="478"/>
          <ac:spMkLst>
            <pc:docMk/>
            <pc:sldMk cId="0" sldId="256"/>
            <ac:spMk id="11" creationId="{79CD6CFC-1FBB-2722-9900-F0F21937CEDD}"/>
          </ac:spMkLst>
        </pc:spChg>
        <pc:spChg chg="mod">
          <ac:chgData name="wlscksdjs@gmail.com" userId="2d7df3081b6aa7f2" providerId="LiveId" clId="{F3D7FE08-4492-4A43-9108-2105C1D4162C}" dt="2026-04-12T06:36:04.659" v="720" actId="1035"/>
          <ac:spMkLst>
            <pc:docMk/>
            <pc:sldMk cId="0" sldId="256"/>
            <ac:spMk id="88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36:04.659" v="720" actId="1035"/>
          <ac:spMkLst>
            <pc:docMk/>
            <pc:sldMk cId="0" sldId="256"/>
            <ac:spMk id="8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36:09.894" v="745" actId="1035"/>
          <ac:spMkLst>
            <pc:docMk/>
            <pc:sldMk cId="0" sldId="256"/>
            <ac:spMk id="90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36:09.894" v="745" actId="1035"/>
          <ac:spMkLst>
            <pc:docMk/>
            <pc:sldMk cId="0" sldId="256"/>
            <ac:spMk id="9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36:14.458" v="772" actId="1035"/>
          <ac:spMkLst>
            <pc:docMk/>
            <pc:sldMk cId="0" sldId="256"/>
            <ac:spMk id="93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36:14.458" v="772" actId="1035"/>
          <ac:spMkLst>
            <pc:docMk/>
            <pc:sldMk cId="0" sldId="256"/>
            <ac:spMk id="9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36:14.458" v="772" actId="1035"/>
          <ac:spMkLst>
            <pc:docMk/>
            <pc:sldMk cId="0" sldId="256"/>
            <ac:spMk id="95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36:14.458" v="772" actId="1035"/>
          <ac:spMkLst>
            <pc:docMk/>
            <pc:sldMk cId="0" sldId="256"/>
            <ac:spMk id="96" creationId="{00000000-0000-0000-0000-000000000000}"/>
          </ac:spMkLst>
        </pc:spChg>
        <pc:picChg chg="add del mod modCrop">
          <ac:chgData name="wlscksdjs@gmail.com" userId="2d7df3081b6aa7f2" providerId="LiveId" clId="{F3D7FE08-4492-4A43-9108-2105C1D4162C}" dt="2026-04-12T06:35:06.767" v="684" actId="478"/>
          <ac:picMkLst>
            <pc:docMk/>
            <pc:sldMk cId="0" sldId="256"/>
            <ac:picMk id="4" creationId="{E941E8F3-E4F4-1029-EBA5-77B63638CBE0}"/>
          </ac:picMkLst>
        </pc:picChg>
        <pc:picChg chg="add mod modCrop">
          <ac:chgData name="wlscksdjs@gmail.com" userId="2d7df3081b6aa7f2" providerId="LiveId" clId="{F3D7FE08-4492-4A43-9108-2105C1D4162C}" dt="2026-04-12T06:42:42.228" v="942" actId="1076"/>
          <ac:picMkLst>
            <pc:docMk/>
            <pc:sldMk cId="0" sldId="256"/>
            <ac:picMk id="7" creationId="{AA2740FC-5269-EB8A-D114-3991DBAE6FF5}"/>
          </ac:picMkLst>
        </pc:picChg>
        <pc:picChg chg="mod">
          <ac:chgData name="wlscksdjs@gmail.com" userId="2d7df3081b6aa7f2" providerId="LiveId" clId="{F3D7FE08-4492-4A43-9108-2105C1D4162C}" dt="2026-04-12T06:36:14.458" v="772" actId="1035"/>
          <ac:picMkLst>
            <pc:docMk/>
            <pc:sldMk cId="0" sldId="256"/>
            <ac:picMk id="85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4-12T06:36:14.458" v="772" actId="1035"/>
          <ac:picMkLst>
            <pc:docMk/>
            <pc:sldMk cId="0" sldId="256"/>
            <ac:picMk id="86" creationId="{00000000-0000-0000-0000-000000000000}"/>
          </ac:picMkLst>
        </pc:picChg>
        <pc:picChg chg="del">
          <ac:chgData name="wlscksdjs@gmail.com" userId="2d7df3081b6aa7f2" providerId="LiveId" clId="{F3D7FE08-4492-4A43-9108-2105C1D4162C}" dt="2026-04-12T06:31:15.362" v="675" actId="478"/>
          <ac:picMkLst>
            <pc:docMk/>
            <pc:sldMk cId="0" sldId="256"/>
            <ac:picMk id="87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4-12T06:36:09.894" v="745" actId="1035"/>
          <ac:picMkLst>
            <pc:docMk/>
            <pc:sldMk cId="0" sldId="256"/>
            <ac:picMk id="92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4-12T06:36:14.458" v="772" actId="1035"/>
          <ac:picMkLst>
            <pc:docMk/>
            <pc:sldMk cId="0" sldId="256"/>
            <ac:picMk id="97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4-12T06:36:14.458" v="772" actId="1035"/>
          <ac:picMkLst>
            <pc:docMk/>
            <pc:sldMk cId="0" sldId="256"/>
            <ac:picMk id="98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4-12T06:36:14.458" v="772" actId="1035"/>
          <ac:picMkLst>
            <pc:docMk/>
            <pc:sldMk cId="0" sldId="256"/>
            <ac:picMk id="99" creationId="{00000000-0000-0000-0000-000000000000}"/>
          </ac:picMkLst>
        </pc:picChg>
        <pc:cxnChg chg="add mod">
          <ac:chgData name="wlscksdjs@gmail.com" userId="2d7df3081b6aa7f2" providerId="LiveId" clId="{F3D7FE08-4492-4A43-9108-2105C1D4162C}" dt="2026-04-12T06:39:03.978" v="898" actId="208"/>
          <ac:cxnSpMkLst>
            <pc:docMk/>
            <pc:sldMk cId="0" sldId="256"/>
            <ac:cxnSpMk id="10" creationId="{F570A0D6-9D20-AE49-93FC-943B58B2B30A}"/>
          </ac:cxnSpMkLst>
        </pc:cxnChg>
      </pc:sldChg>
      <pc:sldChg chg="addSp modSp mod">
        <pc:chgData name="wlscksdjs@gmail.com" userId="2d7df3081b6aa7f2" providerId="LiveId" clId="{F3D7FE08-4492-4A43-9108-2105C1D4162C}" dt="2026-04-12T05:31:15.866" v="131" actId="113"/>
        <pc:sldMkLst>
          <pc:docMk/>
          <pc:sldMk cId="0" sldId="257"/>
        </pc:sldMkLst>
        <pc:spChg chg="add mod">
          <ac:chgData name="wlscksdjs@gmail.com" userId="2d7df3081b6aa7f2" providerId="LiveId" clId="{F3D7FE08-4492-4A43-9108-2105C1D4162C}" dt="2026-04-12T05:27:50.256" v="121" actId="571"/>
          <ac:spMkLst>
            <pc:docMk/>
            <pc:sldMk cId="0" sldId="257"/>
            <ac:spMk id="2" creationId="{8B3EE3CC-F05F-7CD1-964C-625770B270D9}"/>
          </ac:spMkLst>
        </pc:spChg>
        <pc:spChg chg="add mod">
          <ac:chgData name="wlscksdjs@gmail.com" userId="2d7df3081b6aa7f2" providerId="LiveId" clId="{F3D7FE08-4492-4A43-9108-2105C1D4162C}" dt="2026-04-12T05:27:50.256" v="121" actId="571"/>
          <ac:spMkLst>
            <pc:docMk/>
            <pc:sldMk cId="0" sldId="257"/>
            <ac:spMk id="3" creationId="{A50F2017-3B8F-B8B8-027C-021C05232882}"/>
          </ac:spMkLst>
        </pc:spChg>
        <pc:spChg chg="add mod">
          <ac:chgData name="wlscksdjs@gmail.com" userId="2d7df3081b6aa7f2" providerId="LiveId" clId="{F3D7FE08-4492-4A43-9108-2105C1D4162C}" dt="2026-04-12T05:27:50.256" v="121" actId="571"/>
          <ac:spMkLst>
            <pc:docMk/>
            <pc:sldMk cId="0" sldId="257"/>
            <ac:spMk id="4" creationId="{4E1CE588-EC6C-D8E6-9EEA-E4E0AE47A388}"/>
          </ac:spMkLst>
        </pc:spChg>
        <pc:spChg chg="add mod">
          <ac:chgData name="wlscksdjs@gmail.com" userId="2d7df3081b6aa7f2" providerId="LiveId" clId="{F3D7FE08-4492-4A43-9108-2105C1D4162C}" dt="2026-04-12T05:27:50.256" v="121" actId="571"/>
          <ac:spMkLst>
            <pc:docMk/>
            <pc:sldMk cId="0" sldId="257"/>
            <ac:spMk id="5" creationId="{2626E336-1CE2-5EE0-8B98-BE646E1F09C0}"/>
          </ac:spMkLst>
        </pc:spChg>
        <pc:spChg chg="add mod">
          <ac:chgData name="wlscksdjs@gmail.com" userId="2d7df3081b6aa7f2" providerId="LiveId" clId="{F3D7FE08-4492-4A43-9108-2105C1D4162C}" dt="2026-04-12T05:27:50.256" v="121" actId="571"/>
          <ac:spMkLst>
            <pc:docMk/>
            <pc:sldMk cId="0" sldId="257"/>
            <ac:spMk id="6" creationId="{4719A8EC-5804-D8BC-EA5C-DC5FF4D25A32}"/>
          </ac:spMkLst>
        </pc:spChg>
        <pc:spChg chg="mod">
          <ac:chgData name="wlscksdjs@gmail.com" userId="2d7df3081b6aa7f2" providerId="LiveId" clId="{F3D7FE08-4492-4A43-9108-2105C1D4162C}" dt="2026-04-12T05:27:18.837" v="117" actId="207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29:40.704" v="123" actId="2711"/>
          <ac:spMkLst>
            <pc:docMk/>
            <pc:sldMk cId="0" sldId="257"/>
            <ac:spMk id="107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29:40.704" v="123" actId="2711"/>
          <ac:spMkLst>
            <pc:docMk/>
            <pc:sldMk cId="0" sldId="257"/>
            <ac:spMk id="108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1:09.017" v="130" actId="113"/>
          <ac:spMkLst>
            <pc:docMk/>
            <pc:sldMk cId="0" sldId="257"/>
            <ac:spMk id="11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1:02.516" v="129" actId="113"/>
          <ac:spMkLst>
            <pc:docMk/>
            <pc:sldMk cId="0" sldId="257"/>
            <ac:spMk id="112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1:15.866" v="131" actId="113"/>
          <ac:spMkLst>
            <pc:docMk/>
            <pc:sldMk cId="0" sldId="257"/>
            <ac:spMk id="11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27:53.766" v="122" actId="2711"/>
          <ac:spMkLst>
            <pc:docMk/>
            <pc:sldMk cId="0" sldId="257"/>
            <ac:spMk id="115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27:53.766" v="122" actId="2711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27:36.921" v="119" actId="113"/>
          <ac:spMkLst>
            <pc:docMk/>
            <pc:sldMk cId="0" sldId="257"/>
            <ac:spMk id="117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26:45.228" v="115" actId="207"/>
          <ac:spMkLst>
            <pc:docMk/>
            <pc:sldMk cId="0" sldId="257"/>
            <ac:spMk id="118" creationId="{00000000-0000-0000-0000-000000000000}"/>
          </ac:spMkLst>
        </pc:spChg>
      </pc:sldChg>
      <pc:sldChg chg="modSp mod">
        <pc:chgData name="wlscksdjs@gmail.com" userId="2d7df3081b6aa7f2" providerId="LiveId" clId="{F3D7FE08-4492-4A43-9108-2105C1D4162C}" dt="2026-04-12T05:32:36.297" v="134" actId="1036"/>
        <pc:sldMkLst>
          <pc:docMk/>
          <pc:sldMk cId="0" sldId="258"/>
        </pc:sldMkLst>
        <pc:spChg chg="mod">
          <ac:chgData name="wlscksdjs@gmail.com" userId="2d7df3081b6aa7f2" providerId="LiveId" clId="{F3D7FE08-4492-4A43-9108-2105C1D4162C}" dt="2026-04-12T05:30:35.862" v="127" actId="2711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0:27.665" v="126" actId="2711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0:27.665" v="126" actId="2711"/>
          <ac:spMkLst>
            <pc:docMk/>
            <pc:sldMk cId="0" sldId="258"/>
            <ac:spMk id="128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0:47.184" v="128" actId="2711"/>
          <ac:spMkLst>
            <pc:docMk/>
            <pc:sldMk cId="0" sldId="258"/>
            <ac:spMk id="13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0:47.184" v="128" actId="2711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0:47.184" v="128" actId="2711"/>
          <ac:spMkLst>
            <pc:docMk/>
            <pc:sldMk cId="0" sldId="258"/>
            <ac:spMk id="13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0:27.665" v="126" actId="2711"/>
          <ac:spMkLst>
            <pc:docMk/>
            <pc:sldMk cId="0" sldId="258"/>
            <ac:spMk id="138" creationId="{00000000-0000-0000-0000-000000000000}"/>
          </ac:spMkLst>
        </pc:spChg>
        <pc:picChg chg="mod">
          <ac:chgData name="wlscksdjs@gmail.com" userId="2d7df3081b6aa7f2" providerId="LiveId" clId="{F3D7FE08-4492-4A43-9108-2105C1D4162C}" dt="2026-04-12T05:32:36.297" v="134" actId="1036"/>
          <ac:picMkLst>
            <pc:docMk/>
            <pc:sldMk cId="0" sldId="258"/>
            <ac:picMk id="130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4-12T05:32:36.297" v="134" actId="1036"/>
          <ac:picMkLst>
            <pc:docMk/>
            <pc:sldMk cId="0" sldId="258"/>
            <ac:picMk id="133" creationId="{00000000-0000-0000-0000-000000000000}"/>
          </ac:picMkLst>
        </pc:picChg>
      </pc:sldChg>
      <pc:sldChg chg="addSp delSp modSp mod">
        <pc:chgData name="wlscksdjs@gmail.com" userId="2d7df3081b6aa7f2" providerId="LiveId" clId="{F3D7FE08-4492-4A43-9108-2105C1D4162C}" dt="2026-04-12T06:40:04.593" v="913" actId="1035"/>
        <pc:sldMkLst>
          <pc:docMk/>
          <pc:sldMk cId="0" sldId="259"/>
        </pc:sldMkLst>
        <pc:spChg chg="mod">
          <ac:chgData name="wlscksdjs@gmail.com" userId="2d7df3081b6aa7f2" providerId="LiveId" clId="{F3D7FE08-4492-4A43-9108-2105C1D4162C}" dt="2026-04-12T05:33:23.175" v="137" actId="2711"/>
          <ac:spMkLst>
            <pc:docMk/>
            <pc:sldMk cId="0" sldId="259"/>
            <ac:spMk id="147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3:23.175" v="137" actId="2711"/>
          <ac:spMkLst>
            <pc:docMk/>
            <pc:sldMk cId="0" sldId="259"/>
            <ac:spMk id="148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40:04.593" v="913" actId="1035"/>
          <ac:spMkLst>
            <pc:docMk/>
            <pc:sldMk cId="0" sldId="259"/>
            <ac:spMk id="150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5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52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53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55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58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60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6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6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66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55.644" v="187" actId="1035"/>
          <ac:spMkLst>
            <pc:docMk/>
            <pc:sldMk cId="0" sldId="259"/>
            <ac:spMk id="167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40:04.593" v="913" actId="1035"/>
          <ac:spMkLst>
            <pc:docMk/>
            <pc:sldMk cId="0" sldId="259"/>
            <ac:spMk id="16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7.199" v="172" actId="1035"/>
          <ac:spMkLst>
            <pc:docMk/>
            <pc:sldMk cId="0" sldId="259"/>
            <ac:spMk id="17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7.199" v="172" actId="1035"/>
          <ac:spMkLst>
            <pc:docMk/>
            <pc:sldMk cId="0" sldId="259"/>
            <ac:spMk id="17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7.199" v="172" actId="1035"/>
          <ac:spMkLst>
            <pc:docMk/>
            <pc:sldMk cId="0" sldId="259"/>
            <ac:spMk id="175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7.199" v="172" actId="1035"/>
          <ac:spMkLst>
            <pc:docMk/>
            <pc:sldMk cId="0" sldId="259"/>
            <ac:spMk id="177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7.199" v="172" actId="1035"/>
          <ac:spMkLst>
            <pc:docMk/>
            <pc:sldMk cId="0" sldId="259"/>
            <ac:spMk id="180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7.199" v="172" actId="1035"/>
          <ac:spMkLst>
            <pc:docMk/>
            <pc:sldMk cId="0" sldId="259"/>
            <ac:spMk id="18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7.199" v="172" actId="1035"/>
          <ac:spMkLst>
            <pc:docMk/>
            <pc:sldMk cId="0" sldId="259"/>
            <ac:spMk id="18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3.988" v="165" actId="1035"/>
          <ac:spMkLst>
            <pc:docMk/>
            <pc:sldMk cId="0" sldId="259"/>
            <ac:spMk id="188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7.199" v="172" actId="1035"/>
          <ac:spMkLst>
            <pc:docMk/>
            <pc:sldMk cId="0" sldId="259"/>
            <ac:spMk id="18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37.199" v="172" actId="1035"/>
          <ac:spMkLst>
            <pc:docMk/>
            <pc:sldMk cId="0" sldId="259"/>
            <ac:spMk id="192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45.945" v="179" actId="1036"/>
          <ac:spMkLst>
            <pc:docMk/>
            <pc:sldMk cId="0" sldId="259"/>
            <ac:spMk id="193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4:45.945" v="179" actId="1036"/>
          <ac:spMkLst>
            <pc:docMk/>
            <pc:sldMk cId="0" sldId="259"/>
            <ac:spMk id="19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3:40.138" v="138" actId="2711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3:10.874" v="136" actId="2711"/>
          <ac:spMkLst>
            <pc:docMk/>
            <pc:sldMk cId="0" sldId="259"/>
            <ac:spMk id="198" creationId="{00000000-0000-0000-0000-000000000000}"/>
          </ac:spMkLst>
        </pc:spChg>
        <pc:picChg chg="add mod">
          <ac:chgData name="wlscksdjs@gmail.com" userId="2d7df3081b6aa7f2" providerId="LiveId" clId="{F3D7FE08-4492-4A43-9108-2105C1D4162C}" dt="2026-04-12T05:56:42.279" v="554"/>
          <ac:picMkLst>
            <pc:docMk/>
            <pc:sldMk cId="0" sldId="259"/>
            <ac:picMk id="2" creationId="{1219C438-96A5-D5B6-4F68-3C34AD1047E5}"/>
          </ac:picMkLst>
        </pc:picChg>
        <pc:picChg chg="add del mod modCrop">
          <ac:chgData name="wlscksdjs@gmail.com" userId="2d7df3081b6aa7f2" providerId="LiveId" clId="{F3D7FE08-4492-4A43-9108-2105C1D4162C}" dt="2026-04-12T05:56:41.136" v="553" actId="21"/>
          <ac:picMkLst>
            <pc:docMk/>
            <pc:sldMk cId="0" sldId="259"/>
            <ac:picMk id="9" creationId="{1219C438-96A5-D5B6-4F68-3C34AD1047E5}"/>
          </ac:picMkLst>
        </pc:picChg>
      </pc:sldChg>
      <pc:sldChg chg="addSp delSp modSp mod">
        <pc:chgData name="wlscksdjs@gmail.com" userId="2d7df3081b6aa7f2" providerId="LiveId" clId="{F3D7FE08-4492-4A43-9108-2105C1D4162C}" dt="2026-04-12T05:57:00.544" v="558" actId="1036"/>
        <pc:sldMkLst>
          <pc:docMk/>
          <pc:sldMk cId="0" sldId="260"/>
        </pc:sldMkLst>
        <pc:spChg chg="add del mod">
          <ac:chgData name="wlscksdjs@gmail.com" userId="2d7df3081b6aa7f2" providerId="LiveId" clId="{F3D7FE08-4492-4A43-9108-2105C1D4162C}" dt="2026-04-12T05:55:02.907" v="473" actId="478"/>
          <ac:spMkLst>
            <pc:docMk/>
            <pc:sldMk cId="0" sldId="260"/>
            <ac:spMk id="2" creationId="{F40F1CE9-11CC-5CDE-6967-957FA7490009}"/>
          </ac:spMkLst>
        </pc:spChg>
        <pc:spChg chg="add mod">
          <ac:chgData name="wlscksdjs@gmail.com" userId="2d7df3081b6aa7f2" providerId="LiveId" clId="{F3D7FE08-4492-4A43-9108-2105C1D4162C}" dt="2026-04-12T05:43:17.688" v="297" actId="1076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wlscksdjs@gmail.com" userId="2d7df3081b6aa7f2" providerId="LiveId" clId="{F3D7FE08-4492-4A43-9108-2105C1D4162C}" dt="2026-04-12T05:43:17.688" v="297" actId="1076"/>
          <ac:spMkLst>
            <pc:docMk/>
            <pc:sldMk cId="0" sldId="260"/>
            <ac:spMk id="4" creationId="{00000000-0000-0000-0000-000000000000}"/>
          </ac:spMkLst>
        </pc:spChg>
        <pc:spChg chg="add del mod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wlscksdjs@gmail.com" userId="2d7df3081b6aa7f2" providerId="LiveId" clId="{F3D7FE08-4492-4A43-9108-2105C1D4162C}" dt="2026-04-12T05:43:34.286" v="303" actId="1076"/>
          <ac:spMkLst>
            <pc:docMk/>
            <pc:sldMk cId="0" sldId="260"/>
            <ac:spMk id="6" creationId="{00000000-0000-0000-0000-000000000000}"/>
          </ac:spMkLst>
        </pc:spChg>
        <pc:spChg chg="add mod">
          <ac:chgData name="wlscksdjs@gmail.com" userId="2d7df3081b6aa7f2" providerId="LiveId" clId="{F3D7FE08-4492-4A43-9108-2105C1D4162C}" dt="2026-04-12T05:54:29.190" v="472" actId="1076"/>
          <ac:spMkLst>
            <pc:docMk/>
            <pc:sldMk cId="0" sldId="260"/>
            <ac:spMk id="7" creationId="{9129772E-0485-552B-720E-3C6BEE2359B1}"/>
          </ac:spMkLst>
        </pc:spChg>
        <pc:spChg chg="mod">
          <ac:chgData name="wlscksdjs@gmail.com" userId="2d7df3081b6aa7f2" providerId="LiveId" clId="{F3D7FE08-4492-4A43-9108-2105C1D4162C}" dt="2026-04-12T05:35:25.508" v="190" actId="2711"/>
          <ac:spMkLst>
            <pc:docMk/>
            <pc:sldMk cId="0" sldId="260"/>
            <ac:spMk id="206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5:25.508" v="190" actId="2711"/>
          <ac:spMkLst>
            <pc:docMk/>
            <pc:sldMk cId="0" sldId="260"/>
            <ac:spMk id="207" creationId="{00000000-0000-0000-0000-000000000000}"/>
          </ac:spMkLst>
        </pc:spChg>
        <pc:spChg chg="del mod">
          <ac:chgData name="wlscksdjs@gmail.com" userId="2d7df3081b6aa7f2" providerId="LiveId" clId="{F3D7FE08-4492-4A43-9108-2105C1D4162C}" dt="2026-04-12T05:42:25.135" v="287" actId="21"/>
          <ac:spMkLst>
            <pc:docMk/>
            <pc:sldMk cId="0" sldId="260"/>
            <ac:spMk id="209" creationId="{00000000-0000-0000-0000-000000000000}"/>
          </ac:spMkLst>
        </pc:spChg>
        <pc:spChg chg="del mod">
          <ac:chgData name="wlscksdjs@gmail.com" userId="2d7df3081b6aa7f2" providerId="LiveId" clId="{F3D7FE08-4492-4A43-9108-2105C1D4162C}" dt="2026-04-12T05:42:25.135" v="287" actId="21"/>
          <ac:spMkLst>
            <pc:docMk/>
            <pc:sldMk cId="0" sldId="260"/>
            <ac:spMk id="210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42:12.917" v="285" actId="1076"/>
          <ac:spMkLst>
            <pc:docMk/>
            <pc:sldMk cId="0" sldId="260"/>
            <ac:spMk id="211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212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213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214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215" creationId="{00000000-0000-0000-0000-000000000000}"/>
          </ac:spMkLst>
        </pc:spChg>
        <pc:spChg chg="del mod">
          <ac:chgData name="wlscksdjs@gmail.com" userId="2d7df3081b6aa7f2" providerId="LiveId" clId="{F3D7FE08-4492-4A43-9108-2105C1D4162C}" dt="2026-04-12T05:43:21.244" v="298" actId="21"/>
          <ac:spMkLst>
            <pc:docMk/>
            <pc:sldMk cId="0" sldId="260"/>
            <ac:spMk id="216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42:57.744" v="294" actId="21"/>
          <ac:spMkLst>
            <pc:docMk/>
            <pc:sldMk cId="0" sldId="260"/>
            <ac:spMk id="217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220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221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226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230" creationId="{00000000-0000-0000-0000-000000000000}"/>
          </ac:spMkLst>
        </pc:spChg>
        <pc:spChg chg="del">
          <ac:chgData name="wlscksdjs@gmail.com" userId="2d7df3081b6aa7f2" providerId="LiveId" clId="{F3D7FE08-4492-4A43-9108-2105C1D4162C}" dt="2026-04-12T05:55:09.091" v="474" actId="478"/>
          <ac:spMkLst>
            <pc:docMk/>
            <pc:sldMk cId="0" sldId="260"/>
            <ac:spMk id="231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35:18.549" v="189" actId="2711"/>
          <ac:spMkLst>
            <pc:docMk/>
            <pc:sldMk cId="0" sldId="260"/>
            <ac:spMk id="232" creationId="{00000000-0000-0000-0000-000000000000}"/>
          </ac:spMkLst>
        </pc:spChg>
        <pc:picChg chg="add del mod">
          <ac:chgData name="wlscksdjs@gmail.com" userId="2d7df3081b6aa7f2" providerId="LiveId" clId="{F3D7FE08-4492-4A43-9108-2105C1D4162C}" dt="2026-04-12T05:55:43.925" v="511" actId="21"/>
          <ac:picMkLst>
            <pc:docMk/>
            <pc:sldMk cId="0" sldId="260"/>
            <ac:picMk id="9" creationId="{1219C438-96A5-D5B6-4F68-3C34AD1047E5}"/>
          </ac:picMkLst>
        </pc:picChg>
        <pc:picChg chg="add mod">
          <ac:chgData name="wlscksdjs@gmail.com" userId="2d7df3081b6aa7f2" providerId="LiveId" clId="{F3D7FE08-4492-4A43-9108-2105C1D4162C}" dt="2026-04-12T05:57:00.544" v="558" actId="1036"/>
          <ac:picMkLst>
            <pc:docMk/>
            <pc:sldMk cId="0" sldId="260"/>
            <ac:picMk id="10" creationId="{F76742F6-7D44-7DE4-7D7F-BBF25CFB1C29}"/>
          </ac:picMkLst>
        </pc:picChg>
        <pc:picChg chg="mod">
          <ac:chgData name="wlscksdjs@gmail.com" userId="2d7df3081b6aa7f2" providerId="LiveId" clId="{F3D7FE08-4492-4A43-9108-2105C1D4162C}" dt="2026-04-12T05:40:21.828" v="277" actId="1076"/>
          <ac:picMkLst>
            <pc:docMk/>
            <pc:sldMk cId="0" sldId="260"/>
            <ac:picMk id="203" creationId="{00000000-0000-0000-0000-000000000000}"/>
          </ac:picMkLst>
        </pc:picChg>
        <pc:picChg chg="del mod">
          <ac:chgData name="wlscksdjs@gmail.com" userId="2d7df3081b6aa7f2" providerId="LiveId" clId="{F3D7FE08-4492-4A43-9108-2105C1D4162C}" dt="2026-04-12T05:55:02.907" v="473" actId="478"/>
          <ac:picMkLst>
            <pc:docMk/>
            <pc:sldMk cId="0" sldId="260"/>
            <ac:picMk id="204" creationId="{00000000-0000-0000-0000-000000000000}"/>
          </ac:picMkLst>
        </pc:picChg>
        <pc:picChg chg="del">
          <ac:chgData name="wlscksdjs@gmail.com" userId="2d7df3081b6aa7f2" providerId="LiveId" clId="{F3D7FE08-4492-4A43-9108-2105C1D4162C}" dt="2026-04-12T05:55:02.907" v="473" actId="478"/>
          <ac:picMkLst>
            <pc:docMk/>
            <pc:sldMk cId="0" sldId="260"/>
            <ac:picMk id="205" creationId="{00000000-0000-0000-0000-000000000000}"/>
          </ac:picMkLst>
        </pc:picChg>
      </pc:sldChg>
      <pc:sldChg chg="delSp modSp mod">
        <pc:chgData name="wlscksdjs@gmail.com" userId="2d7df3081b6aa7f2" providerId="LiveId" clId="{F3D7FE08-4492-4A43-9108-2105C1D4162C}" dt="2026-04-12T06:02:36.335" v="674" actId="207"/>
        <pc:sldMkLst>
          <pc:docMk/>
          <pc:sldMk cId="0" sldId="261"/>
        </pc:sldMkLst>
        <pc:spChg chg="mod">
          <ac:chgData name="wlscksdjs@gmail.com" userId="2d7df3081b6aa7f2" providerId="LiveId" clId="{F3D7FE08-4492-4A43-9108-2105C1D4162C}" dt="2026-04-12T05:57:43.092" v="561" actId="2711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6:00:19.703" v="609" actId="207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59:57.677" v="606" actId="113"/>
          <ac:spMkLst>
            <pc:docMk/>
            <pc:sldMk cId="0" sldId="261"/>
            <ac:spMk id="249" creationId="{00000000-0000-0000-0000-000000000000}"/>
          </ac:spMkLst>
        </pc:spChg>
        <pc:spChg chg="mod">
          <ac:chgData name="wlscksdjs@gmail.com" userId="2d7df3081b6aa7f2" providerId="LiveId" clId="{F3D7FE08-4492-4A43-9108-2105C1D4162C}" dt="2026-04-12T05:57:36.714" v="560" actId="2711"/>
          <ac:spMkLst>
            <pc:docMk/>
            <pc:sldMk cId="0" sldId="261"/>
            <ac:spMk id="264" creationId="{00000000-0000-0000-0000-000000000000}"/>
          </ac:spMkLst>
        </pc:spChg>
        <pc:graphicFrameChg chg="modGraphic">
          <ac:chgData name="wlscksdjs@gmail.com" userId="2d7df3081b6aa7f2" providerId="LiveId" clId="{F3D7FE08-4492-4A43-9108-2105C1D4162C}" dt="2026-04-12T06:02:36.335" v="674" actId="207"/>
          <ac:graphicFrameMkLst>
            <pc:docMk/>
            <pc:sldMk cId="0" sldId="261"/>
            <ac:graphicFrameMk id="243" creationId="{00000000-0000-0000-0000-000000000000}"/>
          </ac:graphicFrameMkLst>
        </pc:graphicFrameChg>
        <pc:picChg chg="mod">
          <ac:chgData name="wlscksdjs@gmail.com" userId="2d7df3081b6aa7f2" providerId="LiveId" clId="{F3D7FE08-4492-4A43-9108-2105C1D4162C}" dt="2026-04-12T05:57:46.735" v="564" actId="1037"/>
          <ac:picMkLst>
            <pc:docMk/>
            <pc:sldMk cId="0" sldId="261"/>
            <ac:picMk id="241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4-12T06:00:52.547" v="664" actId="1037"/>
          <ac:picMkLst>
            <pc:docMk/>
            <pc:sldMk cId="0" sldId="261"/>
            <ac:picMk id="258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4-12T06:00:35.035" v="635" actId="1038"/>
          <ac:picMkLst>
            <pc:docMk/>
            <pc:sldMk cId="0" sldId="261"/>
            <ac:picMk id="259" creationId="{00000000-0000-0000-0000-000000000000}"/>
          </ac:picMkLst>
        </pc:picChg>
        <pc:picChg chg="mod">
          <ac:chgData name="wlscksdjs@gmail.com" userId="2d7df3081b6aa7f2" providerId="LiveId" clId="{F3D7FE08-4492-4A43-9108-2105C1D4162C}" dt="2026-04-12T06:01:16.428" v="669" actId="1037"/>
          <ac:picMkLst>
            <pc:docMk/>
            <pc:sldMk cId="0" sldId="261"/>
            <ac:picMk id="260" creationId="{00000000-0000-0000-0000-000000000000}"/>
          </ac:picMkLst>
        </pc:picChg>
        <pc:picChg chg="del mod">
          <ac:chgData name="wlscksdjs@gmail.com" userId="2d7df3081b6aa7f2" providerId="LiveId" clId="{F3D7FE08-4492-4A43-9108-2105C1D4162C}" dt="2026-04-12T06:00:30.709" v="621" actId="478"/>
          <ac:picMkLst>
            <pc:docMk/>
            <pc:sldMk cId="0" sldId="261"/>
            <ac:picMk id="261" creationId="{00000000-0000-0000-0000-000000000000}"/>
          </ac:picMkLst>
        </pc:picChg>
        <pc:picChg chg="del mod">
          <ac:chgData name="wlscksdjs@gmail.com" userId="2d7df3081b6aa7f2" providerId="LiveId" clId="{F3D7FE08-4492-4A43-9108-2105C1D4162C}" dt="2026-04-12T06:00:38.401" v="647" actId="478"/>
          <ac:picMkLst>
            <pc:docMk/>
            <pc:sldMk cId="0" sldId="261"/>
            <ac:picMk id="262" creationId="{00000000-0000-0000-0000-000000000000}"/>
          </ac:picMkLst>
        </pc:picChg>
        <pc:picChg chg="del mod">
          <ac:chgData name="wlscksdjs@gmail.com" userId="2d7df3081b6aa7f2" providerId="LiveId" clId="{F3D7FE08-4492-4A43-9108-2105C1D4162C}" dt="2026-04-12T05:58:39.748" v="593" actId="478"/>
          <ac:picMkLst>
            <pc:docMk/>
            <pc:sldMk cId="0" sldId="261"/>
            <ac:picMk id="26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47083"/>
            <a:ext cx="528637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5350" y="5004408"/>
            <a:ext cx="46767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400831"/>
            <a:ext cx="5550693" cy="3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8BDF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[MVTEC AD BOTTLE]</a:t>
            </a:r>
            <a:endParaRPr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816062"/>
            <a:ext cx="5550693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ExtraBold"/>
                <a:sym typeface="Inter ExtraBold"/>
              </a:rPr>
              <a:t>비전 이상 탐지 성능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Calibri"/>
                <a:sym typeface="Calibri"/>
              </a:rPr>
            </a:br>
            <a:r>
              <a:rPr lang="en-US" sz="3900" b="1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ExtraBold"/>
                <a:sym typeface="Inter ExtraBold"/>
              </a:rPr>
              <a:t>고도화 리포트</a:t>
            </a:r>
            <a:endParaRPr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2365724"/>
            <a:ext cx="555069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 SemiBold"/>
                <a:sym typeface="Inter SemiBold"/>
              </a:rPr>
              <a:t>목적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2727674"/>
            <a:ext cx="552450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94A3B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"/>
                <a:sym typeface="Inter"/>
              </a:rPr>
              <a:t>Autoencoder 기반 이상 탐지 모델의 고질적 오탐(False Positive) 원인 분석 및 최적화 파이프라인 구축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1868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895350" y="3737583"/>
            <a:ext cx="491061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SemiBold"/>
                <a:sym typeface="Inter SemiBold"/>
              </a:rPr>
              <a:t>주요 성과: 통계적 착시 한계점(0.8690) 돌파</a:t>
            </a:r>
            <a:endParaRPr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95350" y="4172600"/>
            <a:ext cx="496252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SemiBold"/>
                <a:sym typeface="Inter SemiBold"/>
              </a:rPr>
              <a:t>F1-Score                            0.8690      </a:t>
            </a:r>
            <a:r>
              <a:rPr lang="en-US" sz="1650" b="1" i="0" u="none" strike="noStrike" cap="none" dirty="0">
                <a:solidFill>
                  <a:srgbClr val="10B98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SemiBold"/>
                <a:sym typeface="Inter SemiBold"/>
              </a:rPr>
              <a:t>0.9147</a:t>
            </a:r>
            <a:endParaRPr b="1" dirty="0">
              <a:solidFill>
                <a:srgbClr val="10B98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95350" y="4563125"/>
            <a:ext cx="496252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SemiBold"/>
                <a:sym typeface="Inter SemiBold"/>
              </a:rPr>
              <a:t>AUROC                              0.7143      </a:t>
            </a:r>
            <a:r>
              <a:rPr lang="en-US" sz="1650" b="1" i="0" u="none" strike="noStrike" cap="none" dirty="0">
                <a:solidFill>
                  <a:srgbClr val="10B98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SemiBold"/>
                <a:sym typeface="Inter SemiBold"/>
              </a:rPr>
              <a:t>0.9119</a:t>
            </a:r>
            <a:endParaRPr b="1" dirty="0">
              <a:solidFill>
                <a:srgbClr val="10B98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95350" y="5156808"/>
            <a:ext cx="46767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10B98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Inter Medium"/>
                <a:sym typeface="Inter Medium"/>
              </a:rPr>
              <a:t>실질적 판별력 대폭 확보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523758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4959" y="423021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6008" y="460245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2740FC-5269-EB8A-D114-3991DBAE6FF5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27792" y="0"/>
            <a:ext cx="586420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444D7-595F-2827-EEB0-6EEE230175E9}"/>
              </a:ext>
            </a:extLst>
          </p:cNvPr>
          <p:cNvSpPr txBox="1"/>
          <p:nvPr/>
        </p:nvSpPr>
        <p:spPr>
          <a:xfrm>
            <a:off x="1465464" y="6108197"/>
            <a:ext cx="3536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산업인공지능학과  </a:t>
            </a:r>
            <a:r>
              <a:rPr lang="en-US" altLang="ko-KR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|  2026254019  |  </a:t>
            </a:r>
            <a:r>
              <a:rPr lang="ko-KR" altLang="en-US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진찬언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570A0D6-9D20-AE49-93FC-943B58B2B30A}"/>
              </a:ext>
            </a:extLst>
          </p:cNvPr>
          <p:cNvCxnSpPr/>
          <p:nvPr/>
        </p:nvCxnSpPr>
        <p:spPr>
          <a:xfrm>
            <a:off x="1473045" y="6467062"/>
            <a:ext cx="3509378" cy="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81150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1500" y="2010816"/>
            <a:ext cx="528637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왜 F1-Score가 </a:t>
            </a:r>
            <a:r>
              <a:rPr lang="en-US" sz="1950" b="0" i="0" u="none" strike="noStrike" cap="none" dirty="0">
                <a:solidFill>
                  <a:srgbClr val="FF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0.8690</a:t>
            </a:r>
            <a:r>
              <a:rPr lang="en-US" sz="1950" b="0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에서 멈추었는가?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2787997"/>
            <a:ext cx="5550693" cy="3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8BDF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원인 1: 모델의 '복사기(Identity Mapping)' 현상</a:t>
            </a:r>
            <a:endParaRPr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4679602"/>
            <a:ext cx="5550693" cy="3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8BDF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원인 2: 테두리 노이즈 (Ring of Fire)</a:t>
            </a:r>
            <a:endParaRPr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590675"/>
            <a:ext cx="5267325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16572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09625" y="3203227"/>
            <a:ext cx="50482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모델의 용량이 커서 정상 패턴뿐만 아니라, 입력된 불량(깨진 유리 등)의 디테일까지 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똑같이 베껴서 복원함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.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09625" y="3831877"/>
            <a:ext cx="50482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결과적으로 원본과 복원 이미지 간의 오차(Error)가 발생하지 않아 결함을 놓침(False Negative).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70817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809625" y="5094833"/>
            <a:ext cx="50482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피사체의 둥근 테두리에서 발생하는 미세한 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1~2픽셀 정렬 불량</a:t>
            </a:r>
            <a:r>
              <a:rPr lang="en-US" sz="135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을 거대한 결함으로 오인함.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71500" y="3222277"/>
            <a:ext cx="13335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38BDF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▶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571500" y="3850927"/>
            <a:ext cx="13335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38BDF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▶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571500" y="5113883"/>
            <a:ext cx="133350" cy="24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38BDF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▶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ExtraBold"/>
                <a:sym typeface="Inter ExtraBold"/>
              </a:rPr>
              <a:t>문제 정의 </a:t>
            </a:r>
            <a:r>
              <a:rPr lang="en-US" sz="3000" b="0" i="0" u="none" strike="noStrike" cap="none" dirty="0">
                <a:solidFill>
                  <a:schemeClr val="bg1">
                    <a:lumMod val="6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/>
                <a:sym typeface="Inter"/>
              </a:rPr>
              <a:t>(As-Is 분석)</a:t>
            </a:r>
            <a:endParaRPr dirty="0">
              <a:solidFill>
                <a:schemeClr val="bg1">
                  <a:lumMod val="65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14648"/>
            <a:ext cx="5286375" cy="71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81150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95350" y="1905148"/>
            <a:ext cx="46767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"모델의 기억력을 제한하고, 노이즈를 흩뜨린다"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2811809"/>
            <a:ext cx="5550693" cy="3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0B98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학습(Train) 개선: 극단적 병목 구조 (Strict Bottleneck)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4718595"/>
            <a:ext cx="5550693" cy="3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0B98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평가(Evaluate) 개선: Multi-scale 노이즈 억제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590675"/>
            <a:ext cx="5267325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860262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809625" y="3499395"/>
            <a:ext cx="504825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네트워크 중앙 통로를 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8x8 사이즈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로 강력하게 압축.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809625" y="3870870"/>
            <a:ext cx="50482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결함의 세부 디테일을 기억할 공간을 물리적으로 차단하여 강제로 뭉개버리도록(Blurry) 유도.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767048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809625" y="5133826"/>
            <a:ext cx="50482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강력한 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가우시안 블러(Gaussian Blur)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와 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Top-K Mean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 스코어링을 도입하여 가짜 에러(테두리 노이즈)를 억제하고 진짜 결함 덩어리를 부각.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3518445"/>
            <a:ext cx="1333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▶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571500" y="3889920"/>
            <a:ext cx="1333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▶</a:t>
            </a:r>
            <a:endParaRPr dirty="0"/>
          </a:p>
        </p:txBody>
      </p:sp>
      <p:sp>
        <p:nvSpPr>
          <p:cNvPr id="137" name="Google Shape;137;p15"/>
          <p:cNvSpPr txBox="1"/>
          <p:nvPr/>
        </p:nvSpPr>
        <p:spPr>
          <a:xfrm>
            <a:off x="571500" y="5152876"/>
            <a:ext cx="1333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▶</a:t>
            </a:r>
            <a:endParaRPr dirty="0"/>
          </a:p>
        </p:txBody>
      </p:sp>
      <p:sp>
        <p:nvSpPr>
          <p:cNvPr id="138" name="Google Shape;138;p15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ExtraBold"/>
                <a:sym typeface="Inter ExtraBold"/>
              </a:rPr>
              <a:t>해결 전략 </a:t>
            </a:r>
            <a:r>
              <a:rPr lang="en-US" sz="3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/>
                <a:sym typeface="Inter"/>
              </a:rPr>
              <a:t>(To-Be 아키텍처)</a:t>
            </a:r>
            <a:endParaRPr dirty="0">
              <a:solidFill>
                <a:schemeClr val="bg1">
                  <a:lumMod val="75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5950"/>
            <a:ext cx="5334000" cy="44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85950"/>
            <a:ext cx="5334000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5829300"/>
            <a:ext cx="53340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857250" y="1421584"/>
            <a:ext cx="530066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F444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[As-Is] 얕은 압축 (디테일 과적합 발생)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572250" y="1421584"/>
            <a:ext cx="530066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0B98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[To-Be] 강력한 병목 (디테일 강제 소실 유도)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14763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771525" y="2038765"/>
            <a:ext cx="39433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기존 Autoencoder 인코더 구조 (최종 32x32 해상도)</a:t>
            </a:r>
            <a:endParaRPr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771525" y="2280617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4200525" y="22806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dirty="0"/>
          </a:p>
        </p:txBody>
      </p:sp>
      <p:sp>
        <p:nvSpPr>
          <p:cNvPr id="153" name="Google Shape;153;p16"/>
          <p:cNvSpPr txBox="1"/>
          <p:nvPr/>
        </p:nvSpPr>
        <p:spPr>
          <a:xfrm>
            <a:off x="4457700" y="2280617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16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4800600" y="22806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dirty="0"/>
          </a:p>
        </p:txBody>
      </p:sp>
      <p:sp>
        <p:nvSpPr>
          <p:cNvPr id="155" name="Google Shape;155;p16"/>
          <p:cNvSpPr txBox="1"/>
          <p:nvPr/>
        </p:nvSpPr>
        <p:spPr>
          <a:xfrm>
            <a:off x="1371600" y="25092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/>
          </a:p>
        </p:txBody>
      </p:sp>
      <p:sp>
        <p:nvSpPr>
          <p:cNvPr id="156" name="Google Shape;156;p16"/>
          <p:cNvSpPr txBox="1"/>
          <p:nvPr/>
        </p:nvSpPr>
        <p:spPr>
          <a:xfrm>
            <a:off x="2314575" y="25092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/>
          </a:p>
        </p:txBody>
      </p:sp>
      <p:sp>
        <p:nvSpPr>
          <p:cNvPr id="157" name="Google Shape;157;p16"/>
          <p:cNvSpPr txBox="1"/>
          <p:nvPr/>
        </p:nvSpPr>
        <p:spPr>
          <a:xfrm>
            <a:off x="4457700" y="2509217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16</a:t>
            </a:r>
            <a:endParaRPr dirty="0"/>
          </a:p>
        </p:txBody>
      </p:sp>
      <p:sp>
        <p:nvSpPr>
          <p:cNvPr id="158" name="Google Shape;158;p16"/>
          <p:cNvSpPr txBox="1"/>
          <p:nvPr/>
        </p:nvSpPr>
        <p:spPr>
          <a:xfrm>
            <a:off x="4800600" y="2509217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32</a:t>
            </a:r>
            <a:endParaRPr dirty="0"/>
          </a:p>
        </p:txBody>
      </p:sp>
      <p:sp>
        <p:nvSpPr>
          <p:cNvPr id="159" name="Google Shape;159;p16"/>
          <p:cNvSpPr txBox="1"/>
          <p:nvPr/>
        </p:nvSpPr>
        <p:spPr>
          <a:xfrm>
            <a:off x="5143500" y="25092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dirty="0"/>
          </a:p>
        </p:txBody>
      </p:sp>
      <p:sp>
        <p:nvSpPr>
          <p:cNvPr id="160" name="Google Shape;160;p16"/>
          <p:cNvSpPr txBox="1"/>
          <p:nvPr/>
        </p:nvSpPr>
        <p:spPr>
          <a:xfrm>
            <a:off x="1371600" y="27378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/>
          </a:p>
        </p:txBody>
      </p:sp>
      <p:sp>
        <p:nvSpPr>
          <p:cNvPr id="161" name="Google Shape;161;p16"/>
          <p:cNvSpPr txBox="1"/>
          <p:nvPr/>
        </p:nvSpPr>
        <p:spPr>
          <a:xfrm>
            <a:off x="2314575" y="27378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/>
          </a:p>
        </p:txBody>
      </p:sp>
      <p:sp>
        <p:nvSpPr>
          <p:cNvPr id="162" name="Google Shape;162;p16"/>
          <p:cNvSpPr txBox="1"/>
          <p:nvPr/>
        </p:nvSpPr>
        <p:spPr>
          <a:xfrm>
            <a:off x="4457700" y="2737817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32</a:t>
            </a:r>
            <a:endParaRPr dirty="0"/>
          </a:p>
        </p:txBody>
      </p:sp>
      <p:sp>
        <p:nvSpPr>
          <p:cNvPr id="163" name="Google Shape;163;p16"/>
          <p:cNvSpPr txBox="1"/>
          <p:nvPr/>
        </p:nvSpPr>
        <p:spPr>
          <a:xfrm>
            <a:off x="4800600" y="2737817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64</a:t>
            </a:r>
            <a:endParaRPr dirty="0"/>
          </a:p>
        </p:txBody>
      </p:sp>
      <p:sp>
        <p:nvSpPr>
          <p:cNvPr id="164" name="Google Shape;164;p16"/>
          <p:cNvSpPr txBox="1"/>
          <p:nvPr/>
        </p:nvSpPr>
        <p:spPr>
          <a:xfrm>
            <a:off x="5143500" y="27378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1371600" y="29664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/>
          </a:p>
        </p:txBody>
      </p:sp>
      <p:sp>
        <p:nvSpPr>
          <p:cNvPr id="166" name="Google Shape;166;p16"/>
          <p:cNvSpPr txBox="1"/>
          <p:nvPr/>
        </p:nvSpPr>
        <p:spPr>
          <a:xfrm>
            <a:off x="2314575" y="2966417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/>
          </a:p>
        </p:txBody>
      </p:sp>
      <p:sp>
        <p:nvSpPr>
          <p:cNvPr id="167" name="Google Shape;167;p16"/>
          <p:cNvSpPr txBox="1"/>
          <p:nvPr/>
        </p:nvSpPr>
        <p:spPr>
          <a:xfrm>
            <a:off x="3514725" y="2966417"/>
            <a:ext cx="9715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32x32 병목</a:t>
            </a:r>
            <a:endParaRPr dirty="0"/>
          </a:p>
        </p:txBody>
      </p:sp>
      <p:pic>
        <p:nvPicPr>
          <p:cNvPr id="168" name="Google Shape;16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14763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6486525" y="1992383"/>
            <a:ext cx="428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최적화된 Strict Bottleneck 구조 (최종 8x8 극한 압축)</a:t>
            </a:r>
            <a:endParaRPr dirty="0"/>
          </a:p>
        </p:txBody>
      </p:sp>
      <p:sp>
        <p:nvSpPr>
          <p:cNvPr id="170" name="Google Shape;170;p16"/>
          <p:cNvSpPr txBox="1"/>
          <p:nvPr/>
        </p:nvSpPr>
        <p:spPr>
          <a:xfrm>
            <a:off x="6486525" y="2287243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endParaRPr dirty="0"/>
          </a:p>
        </p:txBody>
      </p:sp>
      <p:sp>
        <p:nvSpPr>
          <p:cNvPr id="171" name="Google Shape;171;p16"/>
          <p:cNvSpPr txBox="1"/>
          <p:nvPr/>
        </p:nvSpPr>
        <p:spPr>
          <a:xfrm>
            <a:off x="9058275" y="2287243"/>
            <a:ext cx="1314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... (중략) ...</a:t>
            </a:r>
            <a:endParaRPr dirty="0"/>
          </a:p>
        </p:txBody>
      </p:sp>
      <p:sp>
        <p:nvSpPr>
          <p:cNvPr id="172" name="Google Shape;172;p16"/>
          <p:cNvSpPr txBox="1"/>
          <p:nvPr/>
        </p:nvSpPr>
        <p:spPr>
          <a:xfrm>
            <a:off x="7343775" y="2515843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64</a:t>
            </a:r>
            <a:endParaRPr dirty="0"/>
          </a:p>
        </p:txBody>
      </p:sp>
      <p:sp>
        <p:nvSpPr>
          <p:cNvPr id="173" name="Google Shape;173;p16"/>
          <p:cNvSpPr txBox="1"/>
          <p:nvPr/>
        </p:nvSpPr>
        <p:spPr>
          <a:xfrm>
            <a:off x="7686675" y="2515843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128</a:t>
            </a:r>
            <a:endParaRPr dirty="0"/>
          </a:p>
        </p:txBody>
      </p:sp>
      <p:sp>
        <p:nvSpPr>
          <p:cNvPr id="174" name="Google Shape;174;p16"/>
          <p:cNvSpPr txBox="1"/>
          <p:nvPr/>
        </p:nvSpPr>
        <p:spPr>
          <a:xfrm>
            <a:off x="8115300" y="2515843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dirty="0"/>
          </a:p>
        </p:txBody>
      </p:sp>
      <p:sp>
        <p:nvSpPr>
          <p:cNvPr id="175" name="Google Shape;175;p16"/>
          <p:cNvSpPr txBox="1"/>
          <p:nvPr/>
        </p:nvSpPr>
        <p:spPr>
          <a:xfrm>
            <a:off x="8972550" y="2515843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/>
          </a:p>
        </p:txBody>
      </p:sp>
      <p:sp>
        <p:nvSpPr>
          <p:cNvPr id="176" name="Google Shape;176;p16"/>
          <p:cNvSpPr txBox="1"/>
          <p:nvPr/>
        </p:nvSpPr>
        <p:spPr>
          <a:xfrm>
            <a:off x="9915525" y="2515843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/>
          </a:p>
        </p:txBody>
      </p:sp>
      <p:sp>
        <p:nvSpPr>
          <p:cNvPr id="177" name="Google Shape;177;p16"/>
          <p:cNvSpPr txBox="1"/>
          <p:nvPr/>
        </p:nvSpPr>
        <p:spPr>
          <a:xfrm>
            <a:off x="7772400" y="2744443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128</a:t>
            </a:r>
            <a:endParaRPr dirty="0"/>
          </a:p>
        </p:txBody>
      </p:sp>
      <p:sp>
        <p:nvSpPr>
          <p:cNvPr id="178" name="Google Shape;178;p16"/>
          <p:cNvSpPr txBox="1"/>
          <p:nvPr/>
        </p:nvSpPr>
        <p:spPr>
          <a:xfrm>
            <a:off x="9401175" y="2744443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endParaRPr dirty="0"/>
          </a:p>
        </p:txBody>
      </p:sp>
      <p:sp>
        <p:nvSpPr>
          <p:cNvPr id="179" name="Google Shape;179;p16"/>
          <p:cNvSpPr txBox="1"/>
          <p:nvPr/>
        </p:nvSpPr>
        <p:spPr>
          <a:xfrm>
            <a:off x="9915525" y="2744443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32x32</a:t>
            </a:r>
            <a:endParaRPr dirty="0"/>
          </a:p>
        </p:txBody>
      </p:sp>
      <p:sp>
        <p:nvSpPr>
          <p:cNvPr id="180" name="Google Shape;180;p16"/>
          <p:cNvSpPr txBox="1"/>
          <p:nvPr/>
        </p:nvSpPr>
        <p:spPr>
          <a:xfrm>
            <a:off x="7343775" y="2973043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128</a:t>
            </a:r>
            <a:endParaRPr dirty="0"/>
          </a:p>
        </p:txBody>
      </p:sp>
      <p:sp>
        <p:nvSpPr>
          <p:cNvPr id="181" name="Google Shape;181;p16"/>
          <p:cNvSpPr txBox="1"/>
          <p:nvPr/>
        </p:nvSpPr>
        <p:spPr>
          <a:xfrm>
            <a:off x="7772400" y="2973043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256</a:t>
            </a:r>
            <a:endParaRPr dirty="0"/>
          </a:p>
        </p:txBody>
      </p:sp>
      <p:sp>
        <p:nvSpPr>
          <p:cNvPr id="182" name="Google Shape;182;p16"/>
          <p:cNvSpPr txBox="1"/>
          <p:nvPr/>
        </p:nvSpPr>
        <p:spPr>
          <a:xfrm>
            <a:off x="8201025" y="2973043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dirty="0"/>
          </a:p>
        </p:txBody>
      </p:sp>
      <p:sp>
        <p:nvSpPr>
          <p:cNvPr id="183" name="Google Shape;183;p16"/>
          <p:cNvSpPr txBox="1"/>
          <p:nvPr/>
        </p:nvSpPr>
        <p:spPr>
          <a:xfrm>
            <a:off x="9058275" y="2973043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/>
          </a:p>
        </p:txBody>
      </p:sp>
      <p:sp>
        <p:nvSpPr>
          <p:cNvPr id="184" name="Google Shape;184;p16"/>
          <p:cNvSpPr txBox="1"/>
          <p:nvPr/>
        </p:nvSpPr>
        <p:spPr>
          <a:xfrm>
            <a:off x="10001250" y="2973043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7772400" y="3201643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256</a:t>
            </a:r>
            <a:endParaRPr dirty="0"/>
          </a:p>
        </p:txBody>
      </p:sp>
      <p:sp>
        <p:nvSpPr>
          <p:cNvPr id="186" name="Google Shape;186;p16"/>
          <p:cNvSpPr txBox="1"/>
          <p:nvPr/>
        </p:nvSpPr>
        <p:spPr>
          <a:xfrm>
            <a:off x="9401175" y="3201643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endParaRPr dirty="0"/>
          </a:p>
        </p:txBody>
      </p:sp>
      <p:sp>
        <p:nvSpPr>
          <p:cNvPr id="187" name="Google Shape;187;p16"/>
          <p:cNvSpPr txBox="1"/>
          <p:nvPr/>
        </p:nvSpPr>
        <p:spPr>
          <a:xfrm>
            <a:off x="9915525" y="3201643"/>
            <a:ext cx="6000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16x16</a:t>
            </a:r>
            <a:endParaRPr dirty="0"/>
          </a:p>
        </p:txBody>
      </p:sp>
      <p:sp>
        <p:nvSpPr>
          <p:cNvPr id="188" name="Google Shape;188;p16"/>
          <p:cNvSpPr txBox="1"/>
          <p:nvPr/>
        </p:nvSpPr>
        <p:spPr>
          <a:xfrm>
            <a:off x="7343775" y="3430243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256</a:t>
            </a:r>
            <a:endParaRPr dirty="0"/>
          </a:p>
        </p:txBody>
      </p:sp>
      <p:sp>
        <p:nvSpPr>
          <p:cNvPr id="189" name="Google Shape;189;p16"/>
          <p:cNvSpPr txBox="1"/>
          <p:nvPr/>
        </p:nvSpPr>
        <p:spPr>
          <a:xfrm>
            <a:off x="7772400" y="3430243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512</a:t>
            </a:r>
            <a:endParaRPr dirty="0"/>
          </a:p>
        </p:txBody>
      </p:sp>
      <p:sp>
        <p:nvSpPr>
          <p:cNvPr id="190" name="Google Shape;190;p16"/>
          <p:cNvSpPr txBox="1"/>
          <p:nvPr/>
        </p:nvSpPr>
        <p:spPr>
          <a:xfrm>
            <a:off x="8201025" y="3430243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dirty="0"/>
          </a:p>
        </p:txBody>
      </p:sp>
      <p:sp>
        <p:nvSpPr>
          <p:cNvPr id="191" name="Google Shape;191;p16"/>
          <p:cNvSpPr txBox="1"/>
          <p:nvPr/>
        </p:nvSpPr>
        <p:spPr>
          <a:xfrm>
            <a:off x="9058275" y="3430243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/>
          </a:p>
        </p:txBody>
      </p:sp>
      <p:sp>
        <p:nvSpPr>
          <p:cNvPr id="192" name="Google Shape;192;p16"/>
          <p:cNvSpPr txBox="1"/>
          <p:nvPr/>
        </p:nvSpPr>
        <p:spPr>
          <a:xfrm>
            <a:off x="10001250" y="3430243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/>
          </a:p>
        </p:txBody>
      </p:sp>
      <p:sp>
        <p:nvSpPr>
          <p:cNvPr id="193" name="Google Shape;193;p16"/>
          <p:cNvSpPr txBox="1"/>
          <p:nvPr/>
        </p:nvSpPr>
        <p:spPr>
          <a:xfrm>
            <a:off x="7772400" y="3652217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512</a:t>
            </a:r>
            <a:endParaRPr dirty="0"/>
          </a:p>
        </p:txBody>
      </p:sp>
      <p:sp>
        <p:nvSpPr>
          <p:cNvPr id="194" name="Google Shape;194;p16"/>
          <p:cNvSpPr txBox="1"/>
          <p:nvPr/>
        </p:nvSpPr>
        <p:spPr>
          <a:xfrm>
            <a:off x="9401175" y="3645591"/>
            <a:ext cx="2571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0.2</a:t>
            </a:r>
            <a:endParaRPr dirty="0"/>
          </a:p>
        </p:txBody>
      </p:sp>
      <p:sp>
        <p:nvSpPr>
          <p:cNvPr id="195" name="Google Shape;195;p16"/>
          <p:cNvSpPr txBox="1"/>
          <p:nvPr/>
        </p:nvSpPr>
        <p:spPr>
          <a:xfrm>
            <a:off x="9829800" y="3658843"/>
            <a:ext cx="1343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 dirty="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# 8x8 (핵심 병목)</a:t>
            </a:r>
            <a:endParaRPr dirty="0"/>
          </a:p>
        </p:txBody>
      </p:sp>
      <p:sp>
        <p:nvSpPr>
          <p:cNvPr id="196" name="Google Shape;196;p16"/>
          <p:cNvSpPr txBox="1"/>
          <p:nvPr/>
        </p:nvSpPr>
        <p:spPr>
          <a:xfrm>
            <a:off x="6429375" y="5943600"/>
            <a:ext cx="50482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38BDF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Loss 또한 MSE + L1을 섞어 정상 이미지의 엣지는 칼같이 보존하도록 유도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97" name="Google Shape;19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5981700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ExtraBold"/>
                <a:sym typeface="Inter ExtraBold"/>
              </a:rPr>
              <a:t>핵심 코드 비교 ① </a:t>
            </a:r>
            <a:r>
              <a:rPr lang="en-US" sz="3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/>
                <a:sym typeface="Inter"/>
              </a:rPr>
              <a:t>(Step 2. Train)</a:t>
            </a:r>
            <a:endParaRPr dirty="0">
              <a:solidFill>
                <a:schemeClr val="bg1">
                  <a:lumMod val="75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857250" y="1421584"/>
            <a:ext cx="530066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F444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[As-Is] 단순 픽셀 오차 및 좁은 노이즈 필터링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6572250" y="1421584"/>
            <a:ext cx="530066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0B98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[To-Be] 현업 최적화 후처리 파이프라인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208" name="Google Shape;20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4763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 txBox="1"/>
          <p:nvPr/>
        </p:nvSpPr>
        <p:spPr>
          <a:xfrm>
            <a:off x="571500" y="571500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ExtraBold"/>
                <a:sym typeface="Inter ExtraBold"/>
              </a:rPr>
              <a:t>핵심 코드 비교 ② </a:t>
            </a:r>
            <a:r>
              <a:rPr lang="en-US" sz="3000" b="0" i="0" u="none" strike="noStrike" cap="none" dirty="0">
                <a:solidFill>
                  <a:schemeClr val="bg1">
                    <a:lumMod val="7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"/>
                <a:sym typeface="Inter"/>
              </a:rPr>
              <a:t>(Step 3. Evaluate)</a:t>
            </a:r>
            <a:endParaRPr dirty="0">
              <a:solidFill>
                <a:schemeClr val="bg1">
                  <a:lumMod val="75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76742F6-7D44-7DE4-7D7F-BBF25CFB1C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19609" y="1791227"/>
            <a:ext cx="11197330" cy="4567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88790"/>
            <a:ext cx="1104900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22465"/>
            <a:ext cx="110490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4589115"/>
            <a:ext cx="1352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87224" y="156506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8"/>
          <p:cNvSpPr txBox="1"/>
          <p:nvPr/>
        </p:nvSpPr>
        <p:spPr>
          <a:xfrm>
            <a:off x="5238750" y="1525934"/>
            <a:ext cx="2160270" cy="33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SemiBold"/>
                <a:sym typeface="Inter SemiBold"/>
              </a:rPr>
              <a:t>정량적 성과 지표 요약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243" name="Google Shape;243;p18"/>
          <p:cNvGraphicFramePr/>
          <p:nvPr>
            <p:extLst>
              <p:ext uri="{D42A27DB-BD31-4B8C-83A1-F6EECF244321}">
                <p14:modId xmlns:p14="http://schemas.microsoft.com/office/powerpoint/2010/main" val="699713307"/>
              </p:ext>
            </p:extLst>
          </p:nvPr>
        </p:nvGraphicFramePr>
        <p:xfrm>
          <a:off x="581025" y="1998315"/>
          <a:ext cx="11029925" cy="2238400"/>
        </p:xfrm>
        <a:graphic>
          <a:graphicData uri="http://schemas.openxmlformats.org/drawingml/2006/table">
            <a:tbl>
              <a:tblPr firstRow="1" bandRow="1">
                <a:noFill/>
                <a:tableStyleId>{2AF11DBF-070E-4958-B649-1F33E9B404A7}</a:tableStyleId>
              </a:tblPr>
              <a:tblGrid>
                <a:gridCol w="220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94A3B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Metric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D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94A3B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As-Is (통계적 착시)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D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94A3B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To-Be (최적화 모델)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D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94A3B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개선율 / 평가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D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8FAF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AUROC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94A3B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/>
                          <a:sym typeface="Inter"/>
                        </a:rPr>
                        <a:t>0.7143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8FAF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0.9119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10B98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+ 27.6%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619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8FAF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F1-Score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94A3B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/>
                          <a:sym typeface="Inter"/>
                        </a:rPr>
                        <a:t>0.8690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8FAF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0.9147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10B98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+ 5.2%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619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8FAF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 SemiBold"/>
                          <a:sym typeface="Inter SemiBold"/>
                        </a:rPr>
                        <a:t>임계값 (Threshold)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94A3B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/>
                          <a:sym typeface="Inter"/>
                        </a:rPr>
                        <a:t>0.0007 (바닥)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8FAFC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/>
                          <a:sym typeface="Inter"/>
                        </a:rPr>
                        <a:t>0.0089 </a:t>
                      </a:r>
                      <a:r>
                        <a:rPr lang="en-US" sz="1350" b="1" i="0" u="none" strike="noStrike" cap="none" dirty="0">
                          <a:solidFill>
                            <a:srgbClr val="38BDF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/>
                          <a:sym typeface="Inter"/>
                        </a:rPr>
                        <a:t>(정상 궤도)</a:t>
                      </a:r>
                      <a:endParaRPr b="1" dirty="0">
                        <a:solidFill>
                          <a:srgbClr val="38BDF8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8BDF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Inter"/>
                          <a:sym typeface="Inter"/>
                        </a:rPr>
                        <a:t>모델 판별력 정상화</a:t>
                      </a:r>
                      <a:endParaRPr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3429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4" name="Google Shape;244;p18"/>
          <p:cNvSpPr txBox="1"/>
          <p:nvPr/>
        </p:nvSpPr>
        <p:spPr>
          <a:xfrm>
            <a:off x="952500" y="5093940"/>
            <a:ext cx="10287000" cy="1177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이상 탐지 모델은 무조건 원본과 똑같이 복원하도록 학습시키는 것이 정답이 아닙니다. </a:t>
            </a:r>
            <a:r>
              <a:rPr lang="en-US" sz="1500" b="1" i="0" u="none" strike="noStrike" cap="none" dirty="0">
                <a:solidFill>
                  <a:srgbClr val="38BDF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"정상 패턴은 유지하되 결함은 복원하지 못하도록 방해하는 것(Bottleneck)"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이 핵심이며, 발생한 수학적 오차를 </a:t>
            </a:r>
            <a:r>
              <a:rPr lang="en-US" sz="1500" b="1" i="0" u="none" strike="noStrike" cap="none" dirty="0">
                <a:solidFill>
                  <a:srgbClr val="10B98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공간적 특성(Gaussian Blur + Top-K)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"/>
                <a:sym typeface="Inter"/>
              </a:rPr>
              <a:t>을 이용해 정제할 때 비로소 현업에 적용 가능한 변별력이 완성됩니다.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581025" y="2546002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2786955" y="2546002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5544442" y="2546002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8301930" y="2546002"/>
            <a:ext cx="33090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1057275" y="4598640"/>
            <a:ext cx="1047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8FAF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Inter SemiBold"/>
                <a:sym typeface="Inter SemiBold"/>
              </a:rPr>
              <a:t>TAKEAWAYS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581025" y="3098452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2786955" y="3098452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5544442" y="3098452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8301930" y="3098452"/>
            <a:ext cx="33090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581025" y="3650902"/>
            <a:ext cx="22059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2786955" y="3650902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5544442" y="3650902"/>
            <a:ext cx="2757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8301930" y="3650902"/>
            <a:ext cx="330904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92508" y="330324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01134" y="275079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2514" y="386521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8"/>
          <p:cNvSpPr txBox="1"/>
          <p:nvPr/>
        </p:nvSpPr>
        <p:spPr>
          <a:xfrm>
            <a:off x="571500" y="459134"/>
            <a:ext cx="1160145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AFC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Inter ExtraBold"/>
                <a:sym typeface="Inter ExtraBold"/>
              </a:rPr>
              <a:t>최종 분석 및 결론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Office PowerPoint</Application>
  <PresentationFormat>와이드스크린</PresentationFormat>
  <Paragraphs>101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맑은 고딕</vt:lpstr>
      <vt:lpstr>Arial</vt:lpstr>
      <vt:lpstr>Fira Code</vt:lpstr>
      <vt:lpstr>Noto Sans KR</vt:lpstr>
      <vt:lpstr>Noto Sans KR Black</vt:lpstr>
      <vt:lpstr>Calibri</vt:lpstr>
      <vt:lpstr>Inter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wlscksdjs@gmail.com</cp:lastModifiedBy>
  <cp:revision>1</cp:revision>
  <dcterms:modified xsi:type="dcterms:W3CDTF">2026-04-12T06:43:01Z</dcterms:modified>
</cp:coreProperties>
</file>