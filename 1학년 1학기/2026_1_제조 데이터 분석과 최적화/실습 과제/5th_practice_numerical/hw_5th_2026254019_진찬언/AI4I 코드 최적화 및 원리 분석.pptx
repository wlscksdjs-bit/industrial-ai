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Noto Sans KR" panose="020B0200000000000000" pitchFamily="50" charset="-127"/>
      <p:regular r:id="rId9"/>
      <p:bold r:id="rId10"/>
    </p:embeddedFont>
    <p:embeddedFont>
      <p:font typeface="Urbanist" panose="020B0600000101010101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F1C"/>
    <a:srgbClr val="0F172A"/>
    <a:srgbClr val="060630"/>
    <a:srgbClr val="080844"/>
    <a:srgbClr val="040422"/>
    <a:srgbClr val="0D0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lscksdjs@gmail.com" userId="2d7df3081b6aa7f2" providerId="LiveId" clId="{F3D7FE08-4492-4A43-9108-2105C1D4162C}"/>
    <pc:docChg chg="undo custSel modSld">
      <pc:chgData name="wlscksdjs@gmail.com" userId="2d7df3081b6aa7f2" providerId="LiveId" clId="{F3D7FE08-4492-4A43-9108-2105C1D4162C}" dt="2026-04-01T15:24:32.051" v="424" actId="12788"/>
      <pc:docMkLst>
        <pc:docMk/>
      </pc:docMkLst>
      <pc:sldChg chg="addSp modSp mod">
        <pc:chgData name="wlscksdjs@gmail.com" userId="2d7df3081b6aa7f2" providerId="LiveId" clId="{F3D7FE08-4492-4A43-9108-2105C1D4162C}" dt="2026-04-01T15:24:32.051" v="424" actId="12788"/>
        <pc:sldMkLst>
          <pc:docMk/>
          <pc:sldMk cId="0" sldId="256"/>
        </pc:sldMkLst>
        <pc:spChg chg="add mod">
          <ac:chgData name="wlscksdjs@gmail.com" userId="2d7df3081b6aa7f2" providerId="LiveId" clId="{F3D7FE08-4492-4A43-9108-2105C1D4162C}" dt="2026-04-01T15:24:32.051" v="424" actId="12788"/>
          <ac:spMkLst>
            <pc:docMk/>
            <pc:sldMk cId="0" sldId="256"/>
            <ac:spMk id="2" creationId="{A6D2789B-E72E-41C0-CA59-B63A691A0BC8}"/>
          </ac:spMkLst>
        </pc:spChg>
        <pc:spChg chg="mod">
          <ac:chgData name="wlscksdjs@gmail.com" userId="2d7df3081b6aa7f2" providerId="LiveId" clId="{F3D7FE08-4492-4A43-9108-2105C1D4162C}" dt="2026-04-01T15:05:17.710" v="0" actId="14100"/>
          <ac:spMkLst>
            <pc:docMk/>
            <pc:sldMk cId="0" sldId="256"/>
            <ac:spMk id="87" creationId="{00000000-0000-0000-0000-000000000000}"/>
          </ac:spMkLst>
        </pc:spChg>
      </pc:sldChg>
      <pc:sldChg chg="addSp delSp modSp mod">
        <pc:chgData name="wlscksdjs@gmail.com" userId="2d7df3081b6aa7f2" providerId="LiveId" clId="{F3D7FE08-4492-4A43-9108-2105C1D4162C}" dt="2026-04-01T15:19:12.358" v="341" actId="207"/>
        <pc:sldMkLst>
          <pc:docMk/>
          <pc:sldMk cId="0" sldId="257"/>
        </pc:sldMkLst>
        <pc:spChg chg="add mod ord">
          <ac:chgData name="wlscksdjs@gmail.com" userId="2d7df3081b6aa7f2" providerId="LiveId" clId="{F3D7FE08-4492-4A43-9108-2105C1D4162C}" dt="2026-04-01T15:19:12.358" v="341" actId="207"/>
          <ac:spMkLst>
            <pc:docMk/>
            <pc:sldMk cId="0" sldId="257"/>
            <ac:spMk id="2" creationId="{20D31034-823C-AFB5-C2D5-EC35722258B7}"/>
          </ac:spMkLst>
        </pc:spChg>
        <pc:spChg chg="add mod ord">
          <ac:chgData name="wlscksdjs@gmail.com" userId="2d7df3081b6aa7f2" providerId="LiveId" clId="{F3D7FE08-4492-4A43-9108-2105C1D4162C}" dt="2026-04-01T15:19:12.358" v="341" actId="207"/>
          <ac:spMkLst>
            <pc:docMk/>
            <pc:sldMk cId="0" sldId="257"/>
            <ac:spMk id="3" creationId="{DC006E95-2F11-905A-03B7-612E477C8E7D}"/>
          </ac:spMkLst>
        </pc:spChg>
        <pc:spChg chg="mod">
          <ac:chgData name="wlscksdjs@gmail.com" userId="2d7df3081b6aa7f2" providerId="LiveId" clId="{F3D7FE08-4492-4A43-9108-2105C1D4162C}" dt="2026-04-01T15:11:50.777" v="198" actId="1036"/>
          <ac:spMkLst>
            <pc:docMk/>
            <pc:sldMk cId="0" sldId="257"/>
            <ac:spMk id="95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1:50.777" v="198" actId="1036"/>
          <ac:spMkLst>
            <pc:docMk/>
            <pc:sldMk cId="0" sldId="257"/>
            <ac:spMk id="96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1:50.777" v="198" actId="1036"/>
          <ac:spMkLst>
            <pc:docMk/>
            <pc:sldMk cId="0" sldId="257"/>
            <ac:spMk id="97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1:50.777" v="198" actId="1036"/>
          <ac:spMkLst>
            <pc:docMk/>
            <pc:sldMk cId="0" sldId="257"/>
            <ac:spMk id="98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1:50.777" v="198" actId="1036"/>
          <ac:spMkLst>
            <pc:docMk/>
            <pc:sldMk cId="0" sldId="257"/>
            <ac:spMk id="99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1:50.777" v="198" actId="1036"/>
          <ac:spMkLst>
            <pc:docMk/>
            <pc:sldMk cId="0" sldId="257"/>
            <ac:spMk id="100" creationId="{00000000-0000-0000-0000-000000000000}"/>
          </ac:spMkLst>
        </pc:spChg>
        <pc:picChg chg="add del mod">
          <ac:chgData name="wlscksdjs@gmail.com" userId="2d7df3081b6aa7f2" providerId="LiveId" clId="{F3D7FE08-4492-4A43-9108-2105C1D4162C}" dt="2026-04-01T15:11:36.491" v="136" actId="22"/>
          <ac:picMkLst>
            <pc:docMk/>
            <pc:sldMk cId="0" sldId="257"/>
            <ac:picMk id="5" creationId="{3AE88A5E-4E10-2524-DF63-95CB49CC122B}"/>
          </ac:picMkLst>
        </pc:picChg>
        <pc:picChg chg="add mod">
          <ac:chgData name="wlscksdjs@gmail.com" userId="2d7df3081b6aa7f2" providerId="LiveId" clId="{F3D7FE08-4492-4A43-9108-2105C1D4162C}" dt="2026-04-01T15:14:35.606" v="234" actId="14100"/>
          <ac:picMkLst>
            <pc:docMk/>
            <pc:sldMk cId="0" sldId="257"/>
            <ac:picMk id="7" creationId="{BACCD705-7CE6-FACF-8FFC-4D8AC9673D03}"/>
          </ac:picMkLst>
        </pc:picChg>
        <pc:picChg chg="add mod modCrop">
          <ac:chgData name="wlscksdjs@gmail.com" userId="2d7df3081b6aa7f2" providerId="LiveId" clId="{F3D7FE08-4492-4A43-9108-2105C1D4162C}" dt="2026-04-01T15:14:44.633" v="237" actId="14100"/>
          <ac:picMkLst>
            <pc:docMk/>
            <pc:sldMk cId="0" sldId="257"/>
            <ac:picMk id="9" creationId="{1AEC8FC1-6CF7-A903-9954-7EDC8D84ADC8}"/>
          </ac:picMkLst>
        </pc:picChg>
        <pc:picChg chg="add del mod">
          <ac:chgData name="wlscksdjs@gmail.com" userId="2d7df3081b6aa7f2" providerId="LiveId" clId="{F3D7FE08-4492-4A43-9108-2105C1D4162C}" dt="2026-04-01T15:09:22.191" v="17" actId="478"/>
          <ac:picMkLst>
            <pc:docMk/>
            <pc:sldMk cId="0" sldId="257"/>
            <ac:picMk id="92" creationId="{00000000-0000-0000-0000-000000000000}"/>
          </ac:picMkLst>
        </pc:picChg>
        <pc:picChg chg="del">
          <ac:chgData name="wlscksdjs@gmail.com" userId="2d7df3081b6aa7f2" providerId="LiveId" clId="{F3D7FE08-4492-4A43-9108-2105C1D4162C}" dt="2026-04-01T15:09:23.806" v="18" actId="478"/>
          <ac:picMkLst>
            <pc:docMk/>
            <pc:sldMk cId="0" sldId="257"/>
            <ac:picMk id="93" creationId="{00000000-0000-0000-0000-000000000000}"/>
          </ac:picMkLst>
        </pc:picChg>
      </pc:sldChg>
      <pc:sldChg chg="modSp mod">
        <pc:chgData name="wlscksdjs@gmail.com" userId="2d7df3081b6aa7f2" providerId="LiveId" clId="{F3D7FE08-4492-4A43-9108-2105C1D4162C}" dt="2026-04-01T15:15:42.229" v="269" actId="1035"/>
        <pc:sldMkLst>
          <pc:docMk/>
          <pc:sldMk cId="0" sldId="258"/>
        </pc:sldMkLst>
        <pc:spChg chg="mod">
          <ac:chgData name="wlscksdjs@gmail.com" userId="2d7df3081b6aa7f2" providerId="LiveId" clId="{F3D7FE08-4492-4A43-9108-2105C1D4162C}" dt="2026-04-01T15:15:42.229" v="269" actId="1035"/>
          <ac:spMkLst>
            <pc:docMk/>
            <pc:sldMk cId="0" sldId="258"/>
            <ac:spMk id="111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5:42.229" v="269" actId="1035"/>
          <ac:spMkLst>
            <pc:docMk/>
            <pc:sldMk cId="0" sldId="258"/>
            <ac:spMk id="112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5:42.229" v="269" actId="1035"/>
          <ac:spMkLst>
            <pc:docMk/>
            <pc:sldMk cId="0" sldId="258"/>
            <ac:spMk id="113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5:42.229" v="269" actId="1035"/>
          <ac:spMkLst>
            <pc:docMk/>
            <pc:sldMk cId="0" sldId="258"/>
            <ac:spMk id="114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5:06.170" v="238" actId="14100"/>
          <ac:spMkLst>
            <pc:docMk/>
            <pc:sldMk cId="0" sldId="258"/>
            <ac:spMk id="120" creationId="{00000000-0000-0000-0000-000000000000}"/>
          </ac:spMkLst>
        </pc:spChg>
        <pc:picChg chg="mod">
          <ac:chgData name="wlscksdjs@gmail.com" userId="2d7df3081b6aa7f2" providerId="LiveId" clId="{F3D7FE08-4492-4A43-9108-2105C1D4162C}" dt="2026-04-01T15:15:29.186" v="240" actId="1076"/>
          <ac:picMkLst>
            <pc:docMk/>
            <pc:sldMk cId="0" sldId="258"/>
            <ac:picMk id="105" creationId="{00000000-0000-0000-0000-000000000000}"/>
          </ac:picMkLst>
        </pc:picChg>
      </pc:sldChg>
      <pc:sldChg chg="addSp delSp modSp mod">
        <pc:chgData name="wlscksdjs@gmail.com" userId="2d7df3081b6aa7f2" providerId="LiveId" clId="{F3D7FE08-4492-4A43-9108-2105C1D4162C}" dt="2026-04-01T15:17:47.518" v="333" actId="21"/>
        <pc:sldMkLst>
          <pc:docMk/>
          <pc:sldMk cId="0" sldId="259"/>
        </pc:sldMkLst>
        <pc:spChg chg="mod">
          <ac:chgData name="wlscksdjs@gmail.com" userId="2d7df3081b6aa7f2" providerId="LiveId" clId="{F3D7FE08-4492-4A43-9108-2105C1D4162C}" dt="2026-04-01T15:17:12.446" v="299" actId="1035"/>
          <ac:spMkLst>
            <pc:docMk/>
            <pc:sldMk cId="0" sldId="259"/>
            <ac:spMk id="131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7:12.446" v="299" actId="1035"/>
          <ac:spMkLst>
            <pc:docMk/>
            <pc:sldMk cId="0" sldId="259"/>
            <ac:spMk id="132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7:12.446" v="299" actId="1035"/>
          <ac:spMkLst>
            <pc:docMk/>
            <pc:sldMk cId="0" sldId="259"/>
            <ac:spMk id="133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7:12.446" v="299" actId="1035"/>
          <ac:spMkLst>
            <pc:docMk/>
            <pc:sldMk cId="0" sldId="259"/>
            <ac:spMk id="134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6:42.988" v="296" actId="14100"/>
          <ac:spMkLst>
            <pc:docMk/>
            <pc:sldMk cId="0" sldId="259"/>
            <ac:spMk id="140" creationId="{00000000-0000-0000-0000-000000000000}"/>
          </ac:spMkLst>
        </pc:spChg>
        <pc:spChg chg="add del mod">
          <ac:chgData name="wlscksdjs@gmail.com" userId="2d7df3081b6aa7f2" providerId="LiveId" clId="{F3D7FE08-4492-4A43-9108-2105C1D4162C}" dt="2026-04-01T15:17:47.518" v="333" actId="21"/>
          <ac:spMkLst>
            <pc:docMk/>
            <pc:sldMk cId="0" sldId="259"/>
            <ac:spMk id="151" creationId="{00000000-0000-0000-0000-000000000000}"/>
          </ac:spMkLst>
        </pc:spChg>
        <pc:spChg chg="add del mod">
          <ac:chgData name="wlscksdjs@gmail.com" userId="2d7df3081b6aa7f2" providerId="LiveId" clId="{F3D7FE08-4492-4A43-9108-2105C1D4162C}" dt="2026-04-01T15:17:47.518" v="333" actId="21"/>
          <ac:spMkLst>
            <pc:docMk/>
            <pc:sldMk cId="0" sldId="259"/>
            <ac:spMk id="152" creationId="{00000000-0000-0000-0000-000000000000}"/>
          </ac:spMkLst>
        </pc:spChg>
        <pc:spChg chg="add del mod">
          <ac:chgData name="wlscksdjs@gmail.com" userId="2d7df3081b6aa7f2" providerId="LiveId" clId="{F3D7FE08-4492-4A43-9108-2105C1D4162C}" dt="2026-04-01T15:17:47.518" v="333" actId="21"/>
          <ac:spMkLst>
            <pc:docMk/>
            <pc:sldMk cId="0" sldId="259"/>
            <ac:spMk id="153" creationId="{00000000-0000-0000-0000-000000000000}"/>
          </ac:spMkLst>
        </pc:spChg>
        <pc:spChg chg="add del mod">
          <ac:chgData name="wlscksdjs@gmail.com" userId="2d7df3081b6aa7f2" providerId="LiveId" clId="{F3D7FE08-4492-4A43-9108-2105C1D4162C}" dt="2026-04-01T15:17:47.518" v="333" actId="21"/>
          <ac:spMkLst>
            <pc:docMk/>
            <pc:sldMk cId="0" sldId="259"/>
            <ac:spMk id="154" creationId="{00000000-0000-0000-0000-000000000000}"/>
          </ac:spMkLst>
        </pc:spChg>
      </pc:sldChg>
      <pc:sldChg chg="addSp delSp modSp mod">
        <pc:chgData name="wlscksdjs@gmail.com" userId="2d7df3081b6aa7f2" providerId="LiveId" clId="{F3D7FE08-4492-4A43-9108-2105C1D4162C}" dt="2026-04-01T15:17:52.038" v="335" actId="14100"/>
        <pc:sldMkLst>
          <pc:docMk/>
          <pc:sldMk cId="0" sldId="260"/>
        </pc:sldMkLst>
        <pc:spChg chg="add mod">
          <ac:chgData name="wlscksdjs@gmail.com" userId="2d7df3081b6aa7f2" providerId="LiveId" clId="{F3D7FE08-4492-4A43-9108-2105C1D4162C}" dt="2026-04-01T15:17:48.661" v="334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wlscksdjs@gmail.com" userId="2d7df3081b6aa7f2" providerId="LiveId" clId="{F3D7FE08-4492-4A43-9108-2105C1D4162C}" dt="2026-04-01T15:17:48.661" v="334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wlscksdjs@gmail.com" userId="2d7df3081b6aa7f2" providerId="LiveId" clId="{F3D7FE08-4492-4A43-9108-2105C1D4162C}" dt="2026-04-01T15:17:48.661" v="334"/>
          <ac:spMkLst>
            <pc:docMk/>
            <pc:sldMk cId="0" sldId="260"/>
            <ac:spMk id="4" creationId="{00000000-0000-0000-0000-000000000000}"/>
          </ac:spMkLst>
        </pc:spChg>
        <pc:spChg chg="add mod">
          <ac:chgData name="wlscksdjs@gmail.com" userId="2d7df3081b6aa7f2" providerId="LiveId" clId="{F3D7FE08-4492-4A43-9108-2105C1D4162C}" dt="2026-04-01T15:17:48.661" v="334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wlscksdjs@gmail.com" userId="2d7df3081b6aa7f2" providerId="LiveId" clId="{F3D7FE08-4492-4A43-9108-2105C1D4162C}" dt="2026-04-01T15:17:39.081" v="318" actId="21"/>
          <ac:spMkLst>
            <pc:docMk/>
            <pc:sldMk cId="0" sldId="260"/>
            <ac:spMk id="151" creationId="{00000000-0000-0000-0000-000000000000}"/>
          </ac:spMkLst>
        </pc:spChg>
        <pc:spChg chg="del mod">
          <ac:chgData name="wlscksdjs@gmail.com" userId="2d7df3081b6aa7f2" providerId="LiveId" clId="{F3D7FE08-4492-4A43-9108-2105C1D4162C}" dt="2026-04-01T15:17:39.081" v="318" actId="21"/>
          <ac:spMkLst>
            <pc:docMk/>
            <pc:sldMk cId="0" sldId="260"/>
            <ac:spMk id="152" creationId="{00000000-0000-0000-0000-000000000000}"/>
          </ac:spMkLst>
        </pc:spChg>
        <pc:spChg chg="del mod">
          <ac:chgData name="wlscksdjs@gmail.com" userId="2d7df3081b6aa7f2" providerId="LiveId" clId="{F3D7FE08-4492-4A43-9108-2105C1D4162C}" dt="2026-04-01T15:17:39.081" v="318" actId="21"/>
          <ac:spMkLst>
            <pc:docMk/>
            <pc:sldMk cId="0" sldId="260"/>
            <ac:spMk id="153" creationId="{00000000-0000-0000-0000-000000000000}"/>
          </ac:spMkLst>
        </pc:spChg>
        <pc:spChg chg="del mod">
          <ac:chgData name="wlscksdjs@gmail.com" userId="2d7df3081b6aa7f2" providerId="LiveId" clId="{F3D7FE08-4492-4A43-9108-2105C1D4162C}" dt="2026-04-01T15:17:39.081" v="318" actId="21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7:52.038" v="335" actId="14100"/>
          <ac:spMkLst>
            <pc:docMk/>
            <pc:sldMk cId="0" sldId="260"/>
            <ac:spMk id="160" creationId="{00000000-0000-0000-0000-000000000000}"/>
          </ac:spMkLst>
        </pc:spChg>
      </pc:sldChg>
      <pc:sldChg chg="modSp mod">
        <pc:chgData name="wlscksdjs@gmail.com" userId="2d7df3081b6aa7f2" providerId="LiveId" clId="{F3D7FE08-4492-4A43-9108-2105C1D4162C}" dt="2026-04-01T15:18:23.108" v="339" actId="14100"/>
        <pc:sldMkLst>
          <pc:docMk/>
          <pc:sldMk cId="0" sldId="261"/>
        </pc:sldMkLst>
        <pc:spChg chg="mod">
          <ac:chgData name="wlscksdjs@gmail.com" userId="2d7df3081b6aa7f2" providerId="LiveId" clId="{F3D7FE08-4492-4A43-9108-2105C1D4162C}" dt="2026-04-01T15:18:20.521" v="338" actId="14100"/>
          <ac:spMkLst>
            <pc:docMk/>
            <pc:sldMk cId="0" sldId="261"/>
            <ac:spMk id="173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8:23.108" v="339" actId="14100"/>
          <ac:spMkLst>
            <pc:docMk/>
            <pc:sldMk cId="0" sldId="261"/>
            <ac:spMk id="176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01T15:18:09.594" v="336" actId="14100"/>
          <ac:spMkLst>
            <pc:docMk/>
            <pc:sldMk cId="0" sldId="261"/>
            <ac:spMk id="182" creationId="{00000000-0000-0000-0000-000000000000}"/>
          </ac:spMkLst>
        </pc:spChg>
        <pc:picChg chg="mod">
          <ac:chgData name="wlscksdjs@gmail.com" userId="2d7df3081b6aa7f2" providerId="LiveId" clId="{F3D7FE08-4492-4A43-9108-2105C1D4162C}" dt="2026-04-01T15:18:16.619" v="337" actId="1076"/>
          <ac:picMkLst>
            <pc:docMk/>
            <pc:sldMk cId="0" sldId="261"/>
            <ac:picMk id="16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3f05156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g3d3f05156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1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1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54519" y="2602259"/>
            <a:ext cx="8682960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AI4I 예지보전 </a:t>
            </a:r>
            <a:r>
              <a:rPr lang="en-US" sz="4800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코드 최적화 분석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364283" y="3524250"/>
            <a:ext cx="7463432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베이스라인 코드(AS-IS)에서 최종 최적화 코드(TO-BE)로의 변경점과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F1-Score 0.9291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달성을 위한 핵심 원리 분석 보고서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499" y="6515100"/>
            <a:ext cx="3198743" cy="16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AI4I Predictive Maintenance Optimization Report</a:t>
            </a:r>
            <a:endParaRPr dirty="0"/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A6D2789B-E72E-41C0-CA59-B63A691A0BC8}"/>
              </a:ext>
            </a:extLst>
          </p:cNvPr>
          <p:cNvSpPr txBox="1"/>
          <p:nvPr/>
        </p:nvSpPr>
        <p:spPr>
          <a:xfrm>
            <a:off x="4496629" y="4793435"/>
            <a:ext cx="319874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159944"/>
              </a:lnSpc>
              <a:buNone/>
              <a:defRPr sz="1800">
                <a:solidFill>
                  <a:srgbClr val="94A3B8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lang="en-US" b="1" dirty="0"/>
              <a:t>2026254019   </a:t>
            </a:r>
            <a:r>
              <a:rPr lang="ko-KR" altLang="en-US" b="1" dirty="0"/>
              <a:t>진찬언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0D31034-823C-AFB5-C2D5-EC35722258B7}"/>
              </a:ext>
            </a:extLst>
          </p:cNvPr>
          <p:cNvSpPr/>
          <p:nvPr/>
        </p:nvSpPr>
        <p:spPr>
          <a:xfrm>
            <a:off x="571500" y="1631078"/>
            <a:ext cx="5286375" cy="2689305"/>
          </a:xfrm>
          <a:prstGeom prst="roundRect">
            <a:avLst>
              <a:gd name="adj" fmla="val 3894"/>
            </a:avLst>
          </a:prstGeom>
          <a:solidFill>
            <a:srgbClr val="0A0F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C006E95-2F11-905A-03B7-612E477C8E7D}"/>
              </a:ext>
            </a:extLst>
          </p:cNvPr>
          <p:cNvSpPr/>
          <p:nvPr/>
        </p:nvSpPr>
        <p:spPr>
          <a:xfrm>
            <a:off x="6334124" y="1631078"/>
            <a:ext cx="5286375" cy="2689305"/>
          </a:xfrm>
          <a:prstGeom prst="roundRect">
            <a:avLst>
              <a:gd name="adj" fmla="val 3894"/>
            </a:avLst>
          </a:prstGeom>
          <a:solidFill>
            <a:srgbClr val="0A0F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476250"/>
            <a:ext cx="11601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5F5F5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최적화 </a:t>
            </a:r>
            <a:r>
              <a:rPr lang="en-US" sz="3900" b="1" i="0" u="none" strike="noStrike" cap="none" dirty="0">
                <a:solidFill>
                  <a:srgbClr val="DEFF9A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요약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1767023"/>
            <a:ext cx="45054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FF5E5E"/>
                </a:solidFill>
                <a:latin typeface="Urbanist"/>
                <a:ea typeface="Urbanist"/>
                <a:cs typeface="Urbanist"/>
                <a:sym typeface="Urbanist"/>
              </a:rPr>
              <a:t>0.44</a:t>
            </a:r>
            <a:endParaRPr sz="1200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291023"/>
            <a:ext cx="450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5F5F5"/>
                </a:solidFill>
                <a:latin typeface="Noto Sans KR"/>
                <a:ea typeface="Noto Sans KR"/>
                <a:cs typeface="Noto Sans KR"/>
                <a:sym typeface="Noto Sans KR"/>
              </a:rPr>
              <a:t>As-Is 원본 코드 (F1-Score)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767273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3A3A3"/>
                </a:solidFill>
                <a:latin typeface="Noto Sans KR"/>
                <a:ea typeface="Noto Sans KR"/>
                <a:cs typeface="Noto Sans KR"/>
                <a:sym typeface="Noto Sans KR"/>
              </a:rPr>
              <a:t>181개의 오경보(가짜 알람) 발생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1767023"/>
            <a:ext cx="45054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0.9</a:t>
            </a:r>
            <a:r>
              <a:rPr lang="en-US" sz="96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en-US" sz="9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+</a:t>
            </a:r>
            <a:endParaRPr sz="120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3291023"/>
            <a:ext cx="450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5F5F5"/>
                </a:solidFill>
                <a:latin typeface="Noto Sans KR"/>
                <a:ea typeface="Noto Sans KR"/>
                <a:cs typeface="Noto Sans KR"/>
                <a:sym typeface="Noto Sans KR"/>
              </a:rPr>
              <a:t>To-Be 최종 모델 (F1-Score)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3767273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3A3A3"/>
                </a:solidFill>
                <a:latin typeface="Noto Sans KR"/>
                <a:ea typeface="Noto Sans KR"/>
                <a:cs typeface="Noto Sans KR"/>
                <a:sym typeface="Noto Sans KR"/>
              </a:rPr>
              <a:t>수학적 한계 돌파 및 오경보 완벽 차단</a:t>
            </a:r>
            <a:endParaRPr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CCD705-7CE6-FACF-8FFC-4D8AC9673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859657"/>
            <a:ext cx="5286375" cy="149713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AEC8FC1-6CF7-A903-9954-7EDC8D84AD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06"/>
          <a:stretch>
            <a:fillRect/>
          </a:stretch>
        </p:blipFill>
        <p:spPr>
          <a:xfrm>
            <a:off x="6334124" y="4859657"/>
            <a:ext cx="5286375" cy="14971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33862"/>
            <a:ext cx="11049000" cy="2105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328737"/>
            <a:ext cx="53816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328737"/>
            <a:ext cx="53816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1338262"/>
            <a:ext cx="53625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48400" y="1338262"/>
            <a:ext cx="53625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14400" y="4530013"/>
            <a:ext cx="527065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이유 (WHY)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914400" y="4825288"/>
            <a:ext cx="5019675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데이터는 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정상이 절대 다수(96% 이상)</a:t>
            </a: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이므로, 모델이 단순히 "모두 정상"이라고 예측해도 정확도가 높게 나오는 </a:t>
            </a:r>
            <a:r>
              <a:rPr lang="en-US" sz="1275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과반수 무시(Majority-class dominance) 문제</a:t>
            </a: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가 발생합니다. 고장 패턴을 학습할 소수 데이터가 턱없이 부족했습니다.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6315075" y="4530013"/>
            <a:ext cx="527065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F1-SCORE 상승 원리 (HOW)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6315075" y="4825288"/>
            <a:ext cx="5019675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SMOTE를 통해 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소수 클래스(고장)와 유사한 가상의 데이터를 생성</a:t>
            </a: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하여 비율을 맞춥니다. 모델이 고장 데이터의 특징 공간(Feature space)을 명확히 인식하게 되어 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재현율(Recall, 실제 고장을 고장으로 예측)이 급격히 상승</a:t>
            </a: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하고, 이로 인해 전체 F1-Score가 개선됩니다.</a:t>
            </a:r>
            <a:endParaRPr dirty="0"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1476375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3038475"/>
            <a:ext cx="4981575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900" y="1476375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900" y="2824162"/>
            <a:ext cx="4981575" cy="25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519112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1. 데이터 불균형 해소 </a:t>
            </a:r>
            <a:r>
              <a:rPr lang="en-US" sz="3000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(SMOTE 적용)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6515100"/>
            <a:ext cx="197954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01. Handling Data Imbalance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33862"/>
            <a:ext cx="11049000" cy="2105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328737"/>
            <a:ext cx="53816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328737"/>
            <a:ext cx="53816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1338262"/>
            <a:ext cx="53625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48400" y="1338262"/>
            <a:ext cx="53625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914400" y="4530013"/>
            <a:ext cx="527065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이유 (WHY)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914400" y="4825288"/>
            <a:ext cx="5019675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파라미터는 복잡한 데이터 구조에 맞지 않아 과적합(Overfitting)을 유발합니다. 또한 SMOTE만으로는 완전히 해결되지 않는 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손실 함수(Loss function) 내의 클래스 불균형</a:t>
            </a: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이 여전히 존재하여 섬세한 조정이 필요했습니다.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6315075" y="4530013"/>
            <a:ext cx="527065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F1-SCORE 상승 원리 (HOW)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6315075" y="4825288"/>
            <a:ext cx="5019675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교차검증으로 일반화 성능이 가장 좋은 트리의 깊이를 찾습니다. 특히 </a:t>
            </a:r>
            <a:r>
              <a:rPr lang="en-US" sz="1275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scale_pos_weight</a:t>
            </a: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를 통해 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고장 데이터를 정상으로 잘못 예측했을 때(False Negative) 부여하는 페널티를 대폭 증가</a:t>
            </a: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시켜 정밀도 하락을 막고 재현율을 방어하여 최종 0.9291에 도달합니다.</a:t>
            </a:r>
            <a:endParaRPr dirty="0"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1476375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2181225"/>
            <a:ext cx="4981575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900" y="1476375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900" y="2609850"/>
            <a:ext cx="4981575" cy="25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519112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2. 모델 튜닝 및 가중치 부여 </a:t>
            </a:r>
            <a:r>
              <a:rPr lang="en-US" sz="3000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(GridSearchCV)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6515100"/>
            <a:ext cx="260239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02. Hyperparameter Tuning &amp; Weighting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33862"/>
            <a:ext cx="11049000" cy="2105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328737"/>
            <a:ext cx="53816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328737"/>
            <a:ext cx="53816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1338262"/>
            <a:ext cx="53625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48400" y="1338262"/>
            <a:ext cx="53625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1476375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3038475"/>
            <a:ext cx="4981575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900" y="1476375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900" y="3038475"/>
            <a:ext cx="4981575" cy="25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571500" y="519112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3. 평가 지표의 전환 </a:t>
            </a:r>
            <a:r>
              <a:rPr lang="en-US" sz="3000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(Accuracy vs F1-Score)</a:t>
            </a:r>
            <a:endParaRPr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6515100"/>
            <a:ext cx="203917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03. Shifting Evaluation Metrics</a:t>
            </a:r>
            <a:endParaRPr dirty="0"/>
          </a:p>
        </p:txBody>
      </p:sp>
      <p:sp>
        <p:nvSpPr>
          <p:cNvPr id="2" name="Google Shape;151;p17"/>
          <p:cNvSpPr txBox="1"/>
          <p:nvPr/>
        </p:nvSpPr>
        <p:spPr>
          <a:xfrm>
            <a:off x="914400" y="4530013"/>
            <a:ext cx="527065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이유 (WHY)</a:t>
            </a:r>
            <a:endParaRPr dirty="0"/>
          </a:p>
        </p:txBody>
      </p:sp>
      <p:sp>
        <p:nvSpPr>
          <p:cNvPr id="3" name="Google Shape;152;p17"/>
          <p:cNvSpPr txBox="1"/>
          <p:nvPr/>
        </p:nvSpPr>
        <p:spPr>
          <a:xfrm>
            <a:off x="914400" y="4825288"/>
            <a:ext cx="5019675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96.6%가 정상 데이터인 환경에서 모델이 무조건 '정상'으로만 예측해도 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정확도(Accuracy)는 96.6%</a:t>
            </a: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가 나옵니다. 예측 모델이 실제로 고장을 전혀 잡아내지 못하고 있음에도 성능이 좋다고 착각하게 만드는 치명적인 지표 오류입니다.</a:t>
            </a:r>
            <a:endParaRPr dirty="0"/>
          </a:p>
        </p:txBody>
      </p:sp>
      <p:sp>
        <p:nvSpPr>
          <p:cNvPr id="4" name="Google Shape;153;p17"/>
          <p:cNvSpPr txBox="1"/>
          <p:nvPr/>
        </p:nvSpPr>
        <p:spPr>
          <a:xfrm>
            <a:off x="6315075" y="4530013"/>
            <a:ext cx="527065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F1-SCORE 상승 원리 (HOW)</a:t>
            </a:r>
            <a:endParaRPr dirty="0"/>
          </a:p>
        </p:txBody>
      </p:sp>
      <p:sp>
        <p:nvSpPr>
          <p:cNvPr id="5" name="Google Shape;154;p17"/>
          <p:cNvSpPr txBox="1"/>
          <p:nvPr/>
        </p:nvSpPr>
        <p:spPr>
          <a:xfrm>
            <a:off x="6315075" y="4825288"/>
            <a:ext cx="5019675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GridSearchCV의 목적 함수와 최종 평가 지표를 </a:t>
            </a:r>
            <a:r>
              <a:rPr lang="en-US" sz="1275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F1-Score (정밀도와 재현율의 조화평균)</a:t>
            </a:r>
            <a:r>
              <a:rPr lang="en-US" sz="1275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로 강제함으로써, 모델이 다수 클래스를 찍어 맞추는 꼼수를 차단했습니다. 오직 '실제 고장을 찾아내는 능력'만으로 학습 방향이 교정되어 실질 예측 성능이 최적화되었습니다.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3429000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1025" y="1571625"/>
            <a:ext cx="3429000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1571625"/>
            <a:ext cx="3429000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19621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962025" y="3009900"/>
            <a:ext cx="149065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1. 데이터 공간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(Data Space)</a:t>
            </a:r>
            <a:endParaRPr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962025" y="3724275"/>
            <a:ext cx="26479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SMOTE 오버샘플링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을 통해 고장 데이터의 절대적인 물리적 부족 현상을 해결하여, 알고리즘이 패턴을 딥러닝할 수 있는 명확한 기준선을 제공했습니다.</a:t>
            </a:r>
            <a:endParaRPr dirty="0"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72025" y="19621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4772025" y="3009900"/>
            <a:ext cx="187165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2. 손실 가중치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(Loss Function)</a:t>
            </a:r>
            <a:endParaRPr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4772025" y="3724275"/>
            <a:ext cx="26479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scale_pos_weight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파라미터를 활용해 고장을 놓쳤을 때(False Negative)의 페널티를 대폭 강화하여 모델이 고장 탐지에 더욱 민감하게 반응하도록 유도했습니다.</a:t>
            </a:r>
            <a:endParaRPr dirty="0"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82025" y="19621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8582025" y="3009900"/>
            <a:ext cx="24504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3. 최적화 방향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(Optimization Goal)</a:t>
            </a:r>
            <a:endParaRPr dirty="0"/>
          </a:p>
        </p:txBody>
      </p:sp>
      <p:sp>
        <p:nvSpPr>
          <p:cNvPr id="177" name="Google Shape;177;p18"/>
          <p:cNvSpPr txBox="1"/>
          <p:nvPr/>
        </p:nvSpPr>
        <p:spPr>
          <a:xfrm>
            <a:off x="8582025" y="3724275"/>
            <a:ext cx="26479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거짓확신을 주는 정확도(Accuracy) 지표를 버리고 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F1-Score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를 최적화 목표로 설정하여, 정밀도와 재현율이 동시에 높은 강건한 모델을 완성했습니다.</a:t>
            </a:r>
            <a:endParaRPr dirty="0"/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65175" y="2114550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75175" y="2114550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785175" y="2114550"/>
            <a:ext cx="3556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요약: </a:t>
            </a:r>
            <a:r>
              <a:rPr lang="en-US" sz="3000" b="1" i="0" u="none" strike="noStrike" cap="none" dirty="0">
                <a:solidFill>
                  <a:srgbClr val="22D3EE"/>
                </a:solidFill>
                <a:latin typeface="Noto Sans KR"/>
                <a:ea typeface="Noto Sans KR"/>
                <a:cs typeface="Noto Sans KR"/>
                <a:sym typeface="Noto Sans KR"/>
              </a:rPr>
              <a:t>0.9291 달성의 핵심 3원리</a:t>
            </a:r>
            <a:endParaRPr dirty="0"/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6515099"/>
            <a:ext cx="87298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Conclusion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Microsoft Office PowerPoint</Application>
  <PresentationFormat>와이드스크린</PresentationFormat>
  <Paragraphs>37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Noto Sans KR</vt:lpstr>
      <vt:lpstr>Urbanist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wlscksdjs@gmail.com</cp:lastModifiedBy>
  <cp:revision>1</cp:revision>
  <dcterms:modified xsi:type="dcterms:W3CDTF">2026-04-01T15:24:41Z</dcterms:modified>
</cp:coreProperties>
</file>