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Noto Sans KR" panose="020B0200000000000000" pitchFamily="50" charset="-127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57200"/>
            <a:ext cx="111252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9151" y="2046982"/>
            <a:ext cx="533548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28664" y="3037582"/>
            <a:ext cx="9934522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주성분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분석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(PCA) </a:t>
            </a: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차원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축소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결과</a:t>
            </a:r>
            <a:r>
              <a:rPr lang="en-US" sz="42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보고서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291305" y="3883372"/>
            <a:ext cx="7609388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Scree Plot 및 Elbow Method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기반</a:t>
            </a: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최적</a:t>
            </a: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차원</a:t>
            </a: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선정</a:t>
            </a: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타당성</a:t>
            </a:r>
            <a:r>
              <a:rPr lang="en-US" sz="2100" b="0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 Medium"/>
                <a:sym typeface="Poppins Medium"/>
              </a:rPr>
              <a:t>분석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012084" y="4610992"/>
            <a:ext cx="216768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머신러닝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12주차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과제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399" y="1264890"/>
            <a:ext cx="5755258" cy="218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399" y="3602235"/>
            <a:ext cx="5755258" cy="1285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399" y="5040064"/>
            <a:ext cx="5755258" cy="12854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90600" y="419521"/>
            <a:ext cx="11201400" cy="540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차원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축소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(PCA)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기준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및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구간별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특성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분석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533400" y="101724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582400" y="64389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50854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28700" y="1403176"/>
            <a:ext cx="3708744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그래프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구성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요소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해석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3740521"/>
            <a:ext cx="3728747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1. </a:t>
            </a:r>
            <a:r>
              <a:rPr lang="en-US" sz="1350" b="1" i="0" u="none" strike="noStrike" cap="none" dirty="0" err="1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시각화</a:t>
            </a:r>
            <a:r>
              <a:rPr lang="en-US" sz="1350" b="1" i="0" u="none" strike="noStrike" cap="none" dirty="0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한계</a:t>
            </a:r>
            <a:r>
              <a:rPr lang="en-US" sz="1350" b="1" i="0" u="none" strike="noStrike" cap="none" dirty="0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및 </a:t>
            </a:r>
            <a:r>
              <a:rPr lang="en-US" sz="1350" b="1" i="0" u="none" strike="noStrike" cap="none" dirty="0" err="1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과소적합</a:t>
            </a:r>
            <a:r>
              <a:rPr lang="en-US" sz="1350" b="1" i="0" u="none" strike="noStrike" cap="none" dirty="0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우려</a:t>
            </a:r>
            <a:r>
              <a:rPr lang="en-US" sz="1350" b="1" i="0" u="none" strike="noStrike" cap="none" dirty="0">
                <a:solidFill>
                  <a:srgbClr val="E11D4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(PC 2~3)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4063156"/>
            <a:ext cx="4608462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누적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보존율이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44%~63%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불과한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가파른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상승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구간입니다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시각화에는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유리하나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원본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정보의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절반을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손실하므로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머신러닝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심각하게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저하됩니다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28700" y="5178350"/>
            <a:ext cx="3708744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2.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엘보우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(Elbow)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안정화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지점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(PC 6~7)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500985"/>
            <a:ext cx="4608462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막대의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높이가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급감하고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꺾은선의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기울기가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완만해지는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</a:t>
            </a:r>
            <a:r>
              <a:rPr lang="en-US" sz="1087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팔꿈치</a:t>
            </a:r>
            <a:r>
              <a:rPr lang="en-US" sz="1087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지점입니다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보존율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90%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돌파하며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가성비가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급증하는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87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구간입니다</a:t>
            </a:r>
            <a:r>
              <a:rPr lang="en-US" sz="1087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1452413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90600" y="1725810"/>
            <a:ext cx="433114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파란색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곡선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(Individual Variance):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각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주성분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(PC)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단일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개체가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보유한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정보량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PC1이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최대값을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가지며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우측으로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갈수록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급감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990600" y="2506860"/>
            <a:ext cx="433114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빨간색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곡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선 (Cumulative Variance):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주성분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누적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시의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보존율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1.0(100%)에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수렴할수록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원본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복원력이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완벽함을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78975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522758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1744860"/>
            <a:ext cx="762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2525910"/>
            <a:ext cx="762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44A2D6-841E-EE8C-C0BC-A900A5B7479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8919"/>
          <a:stretch>
            <a:fillRect/>
          </a:stretch>
        </p:blipFill>
        <p:spPr>
          <a:xfrm>
            <a:off x="6764908" y="1169135"/>
            <a:ext cx="4969892" cy="262062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35FA40C-EFD6-3793-3B2F-429032D0079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0153"/>
          <a:stretch>
            <a:fillRect/>
          </a:stretch>
        </p:blipFill>
        <p:spPr>
          <a:xfrm>
            <a:off x="6846656" y="4022262"/>
            <a:ext cx="4849869" cy="2607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895701"/>
            <a:ext cx="11125200" cy="134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133451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133451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02500" y="2133451"/>
            <a:ext cx="3556099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14548" y="419521"/>
            <a:ext cx="11277451" cy="540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최종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결론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: 10차원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선정의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타당성</a:t>
            </a:r>
            <a:endParaRPr dirty="0"/>
          </a:p>
        </p:txBody>
      </p:sp>
      <p:sp>
        <p:nvSpPr>
          <p:cNvPr id="125" name="Google Shape;125;p15"/>
          <p:cNvSpPr/>
          <p:nvPr/>
        </p:nvSpPr>
        <p:spPr>
          <a:xfrm>
            <a:off x="533400" y="101724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508545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33400" y="1402908"/>
            <a:ext cx="111252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제공된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Scree Plot 및 Accuracy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지표를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종합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분석한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사양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효율성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)과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머신러닝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잡을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있는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최적의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타협점은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10차원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판별되었습니다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971698" y="5154751"/>
            <a:ext cx="11011219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향후</a:t>
            </a:r>
            <a:r>
              <a:rPr lang="en-US" sz="1350" b="1" i="0" u="none" strike="noStrike" cap="none" dirty="0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ML </a:t>
            </a:r>
            <a:r>
              <a:rPr lang="en-US" sz="1350" b="1" i="0" u="none" strike="noStrike" cap="none" dirty="0" err="1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파이프라인</a:t>
            </a:r>
            <a:r>
              <a:rPr lang="en-US" sz="1350" b="1" i="0" u="none" strike="noStrike" cap="none" dirty="0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적용</a:t>
            </a:r>
            <a:r>
              <a:rPr lang="en-US" sz="1350" b="1" i="0" u="none" strike="noStrike" cap="none" dirty="0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 </a:t>
            </a:r>
            <a:r>
              <a:rPr lang="en-US" sz="1350" b="1" i="0" u="none" strike="noStrike" cap="none" dirty="0" err="1">
                <a:solidFill>
                  <a:srgbClr val="0369A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계획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5477385"/>
            <a:ext cx="10696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본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차원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축소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결과를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바탕으로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후속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머신러닝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(예: Random Forest, SVM 등)의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파이프라인에는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n_components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=10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설정된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PCA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객체를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하여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속도와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모델의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일반화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성능을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동시에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극대화할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예정입니다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2378768"/>
            <a:ext cx="3079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95%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771525" y="3140768"/>
            <a:ext cx="3079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보존율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71525" y="3512243"/>
            <a:ext cx="3079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PC 10개만으로도 원본 데이터가 가진 핵심 정보 패턴의 95% 이상을 완벽하게 보존하여 높은 Accuracy를 담보합니다.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556075" y="2378768"/>
            <a:ext cx="3079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284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oppins"/>
                <a:sym typeface="Poppins"/>
              </a:rPr>
              <a:t>10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4556075" y="3140768"/>
            <a:ext cx="3079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주성분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개수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4556074" y="3512243"/>
            <a:ext cx="32076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누적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그래프가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완만해지는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안정화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지점입니다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11번째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이후의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변수들은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사실상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'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노이즈'에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가깝습니다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8340625" y="3150293"/>
            <a:ext cx="30798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연산 효율성 극대화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40625" y="3521768"/>
            <a:ext cx="307984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 20개의 차원(11~30)을 과감히 배제하여, 다중공선성 문제를 해결하고 컴퓨터의 연산 부하를 획기적으로 낮춥니다.</a:t>
            </a:r>
            <a:endParaRPr/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5203988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64993" y="2388293"/>
            <a:ext cx="63111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와이드스크린</PresentationFormat>
  <Paragraphs>24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Noto Sans KR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2026-05-13T15:15:51Z</dcterms:modified>
</cp:coreProperties>
</file>